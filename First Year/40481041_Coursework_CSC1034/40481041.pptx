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F299F-F45F-4798-9EF6-01E9D0D3EF4C}" v="7" dt="2026-04-18T14:30:08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2035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Meijer" userId="8bf6222f6a75d58e" providerId="LiveId" clId="{6313523C-BCC6-4046-B2E3-B84A4F0D2F11}"/>
    <pc:docChg chg="undo custSel addSld delSld modSld">
      <pc:chgData name="Ryan Meijer" userId="8bf6222f6a75d58e" providerId="LiveId" clId="{6313523C-BCC6-4046-B2E3-B84A4F0D2F11}" dt="2026-04-18T14:30:17.038" v="962" actId="20577"/>
      <pc:docMkLst>
        <pc:docMk/>
      </pc:docMkLst>
      <pc:sldChg chg="modSp new mod">
        <pc:chgData name="Ryan Meijer" userId="8bf6222f6a75d58e" providerId="LiveId" clId="{6313523C-BCC6-4046-B2E3-B84A4F0D2F11}" dt="2026-04-18T13:28:17.625" v="872" actId="20577"/>
        <pc:sldMkLst>
          <pc:docMk/>
          <pc:sldMk cId="2487719628" sldId="259"/>
        </pc:sldMkLst>
        <pc:spChg chg="mod">
          <ac:chgData name="Ryan Meijer" userId="8bf6222f6a75d58e" providerId="LiveId" clId="{6313523C-BCC6-4046-B2E3-B84A4F0D2F11}" dt="2026-04-16T13:47:43.662" v="113" actId="20577"/>
          <ac:spMkLst>
            <pc:docMk/>
            <pc:sldMk cId="2487719628" sldId="259"/>
            <ac:spMk id="2" creationId="{8D5F8FB8-A323-886E-6EC0-5EAF88247E84}"/>
          </ac:spMkLst>
        </pc:spChg>
        <pc:spChg chg="mod">
          <ac:chgData name="Ryan Meijer" userId="8bf6222f6a75d58e" providerId="LiveId" clId="{6313523C-BCC6-4046-B2E3-B84A4F0D2F11}" dt="2026-04-18T13:28:17.625" v="872" actId="20577"/>
          <ac:spMkLst>
            <pc:docMk/>
            <pc:sldMk cId="2487719628" sldId="259"/>
            <ac:spMk id="3" creationId="{A0C5506D-CA3A-45FA-8215-DB33AC6CF60C}"/>
          </ac:spMkLst>
        </pc:spChg>
      </pc:sldChg>
      <pc:sldChg chg="modSp new mod">
        <pc:chgData name="Ryan Meijer" userId="8bf6222f6a75d58e" providerId="LiveId" clId="{6313523C-BCC6-4046-B2E3-B84A4F0D2F11}" dt="2026-04-18T14:30:17.038" v="962" actId="20577"/>
        <pc:sldMkLst>
          <pc:docMk/>
          <pc:sldMk cId="3466785410" sldId="260"/>
        </pc:sldMkLst>
        <pc:spChg chg="mod">
          <ac:chgData name="Ryan Meijer" userId="8bf6222f6a75d58e" providerId="LiveId" clId="{6313523C-BCC6-4046-B2E3-B84A4F0D2F11}" dt="2026-04-16T13:46:08.270" v="73" actId="20577"/>
          <ac:spMkLst>
            <pc:docMk/>
            <pc:sldMk cId="3466785410" sldId="260"/>
            <ac:spMk id="2" creationId="{AB0D3B43-C4BC-6A3E-5CD3-865731924A2E}"/>
          </ac:spMkLst>
        </pc:spChg>
        <pc:spChg chg="mod">
          <ac:chgData name="Ryan Meijer" userId="8bf6222f6a75d58e" providerId="LiveId" clId="{6313523C-BCC6-4046-B2E3-B84A4F0D2F11}" dt="2026-04-18T14:30:17.038" v="962" actId="20577"/>
          <ac:spMkLst>
            <pc:docMk/>
            <pc:sldMk cId="3466785410" sldId="260"/>
            <ac:spMk id="3" creationId="{04E6CA6A-5235-E668-B093-78B523AE2734}"/>
          </ac:spMkLst>
        </pc:spChg>
      </pc:sldChg>
      <pc:sldChg chg="new">
        <pc:chgData name="Ryan Meijer" userId="8bf6222f6a75d58e" providerId="LiveId" clId="{6313523C-BCC6-4046-B2E3-B84A4F0D2F11}" dt="2026-04-16T13:48:10.865" v="114" actId="680"/>
        <pc:sldMkLst>
          <pc:docMk/>
          <pc:sldMk cId="3726681077" sldId="261"/>
        </pc:sldMkLst>
      </pc:sldChg>
      <pc:sldChg chg="modSp new add del mod">
        <pc:chgData name="Ryan Meijer" userId="8bf6222f6a75d58e" providerId="LiveId" clId="{6313523C-BCC6-4046-B2E3-B84A4F0D2F11}" dt="2026-04-18T13:56:51.544" v="877" actId="20577"/>
        <pc:sldMkLst>
          <pc:docMk/>
          <pc:sldMk cId="2733750082" sldId="262"/>
        </pc:sldMkLst>
        <pc:spChg chg="mod">
          <ac:chgData name="Ryan Meijer" userId="8bf6222f6a75d58e" providerId="LiveId" clId="{6313523C-BCC6-4046-B2E3-B84A4F0D2F11}" dt="2026-04-17T19:28:42.076" v="850" actId="20577"/>
          <ac:spMkLst>
            <pc:docMk/>
            <pc:sldMk cId="2733750082" sldId="262"/>
            <ac:spMk id="2" creationId="{C05A74C8-5AA9-833D-A3A0-27429E8B9044}"/>
          </ac:spMkLst>
        </pc:spChg>
        <pc:spChg chg="mod">
          <ac:chgData name="Ryan Meijer" userId="8bf6222f6a75d58e" providerId="LiveId" clId="{6313523C-BCC6-4046-B2E3-B84A4F0D2F11}" dt="2026-04-18T13:56:51.544" v="877" actId="20577"/>
          <ac:spMkLst>
            <pc:docMk/>
            <pc:sldMk cId="2733750082" sldId="262"/>
            <ac:spMk id="3" creationId="{C4FF2DD2-1C94-23E5-4147-6E481964278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2A032-F03E-4FFA-D3F0-BA3DC0128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EEC37-183C-CA5E-A092-FCBB614BF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74816-58D9-3C4D-95AD-8C5F7A88D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C56F6-E7D0-DC2D-43E3-1B6D3E1A8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6E676-F9B0-2672-71C8-91F0F471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25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15ED-7C96-B63A-33F5-0A2C79F2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7AC18-3D4E-F049-AB76-F147C096C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0219A-BDFA-853D-0F85-B4B24483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71965-1612-7B63-71E5-76AB7446B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6208F-126D-A7D7-43CE-FDABDA35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10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1D64-433E-1A48-80A3-F8C3FC334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B8E72-D1EA-27E1-60C5-36F95C684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7B237-E9EC-B845-17A6-156D5B48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4B819-D238-B614-14A9-6F0B9965F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5FD03-7EC5-BD72-755D-5CC605B0A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57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3AA76-D483-F761-814F-ADF1B741D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9417-77BE-F500-C3CA-508F805ED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A0F90-44E8-04B4-1FCE-8061D2F16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817BC-77CB-DEB9-1C8D-01720E6D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55B26-0C29-BEC6-FB95-6E6F89E8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996A6-9237-874A-E834-6F4A4C52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47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C54D-18AF-C5F6-7B68-B684DDFF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FDBBD-178E-E5CB-8D52-A4B5E2445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EE175-ECD5-9ECD-A999-856F95F78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57661A-5782-6C3F-34A3-B09A016173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D7C7A-2353-58FD-6A45-273790A3F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70FE5-D214-473E-D9AE-44A938834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CBC891-B7BE-C64B-1B09-14092423E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FF9490-CD79-9E7E-9408-264B77F4E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33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517E-722C-D559-B44E-D7BA4034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D74A37-381E-6391-94A3-7CA63CEC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124E4-7FEC-B664-27C1-F237D1CC3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3171D-46EB-399F-7414-C3D39CB0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58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C8369-A95C-6D97-EFB8-63797F47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35AFCA-2B14-F358-228F-0DEEA522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CBFE7-3F23-FD8C-09B4-2E49B83A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5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7796-34BD-0736-0C7F-AAC5D27FB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8769A-C2F1-DA7E-1105-F99351F69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84ADE-CCE3-EFF8-4F56-AD58B52B7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667EF-ADCA-868B-5CD3-661165465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69ADC-1CC2-84FD-CDAF-15F3BE62D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CBD7C5-C007-8F40-DE7C-2B092DD5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036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8B8D-BD83-EC0C-8C4C-356847F0A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AB2F40-D998-AA0A-C16B-DB8E26FD3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CCBD1-B703-BEBD-2D91-0F772C280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DD206-C902-1297-5703-51DA861EF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A69C9-B413-EE9F-79EB-A09D081A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412C0-403F-06D1-598F-85338E24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391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392E-4F79-FE1D-7BB7-8228E773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9A48D6-6F6D-CF75-E1FC-BCDA1A7AD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B0E6-20E3-41F5-D833-4DD6307AF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6CB69-2E01-A7B8-4B78-8CA54B41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1C565-6C06-D283-3E8B-EC1007E9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98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954B84-A82C-9CFC-1718-B1BF559C30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E5C6F-79DF-827F-DE4E-7A70BC998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17F13-4BC6-9E7A-7678-5F7F6540A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FD558-1942-ACC2-A0FB-204B196CC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59930-F5DC-4069-2302-985873A3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62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E6F6D-0BF3-DC85-6A24-19CA85472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589F3-84A6-4FE3-DC68-42761CBDD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7CE94-3B25-B22B-68DC-2D94EF493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4FA95-7981-45E1-9D66-53FAB4C943D4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24446-AC1E-57BC-B6D0-6ECF2ECBB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F6594-9C58-3D1D-E8BF-A88456989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BCB39-A80E-4C8E-A0B0-648E3DE02A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2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ebhost1.eeecs.qub.ac.uk/phpmyadmin/url.php?url=https://dev.mysql.com/doc/refman/8.0/en/aggregate-functions.html%23function_sum" TargetMode="External"/><Relationship Id="rId2" Type="http://schemas.openxmlformats.org/officeDocument/2006/relationships/hyperlink" Target="https://webhost1.eeecs.qub.ac.uk/phpmyadmin/url.php?url=https://dev.mysql.com/doc/refman/8.0/en/select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9ADDF-01C7-7EDE-A9C3-0AC4EB848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CDBBFC-C849-4835-B0E2-9F6AEACC8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27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DA33B1-0555-4C46-6675-85824505C071}"/>
              </a:ext>
            </a:extLst>
          </p:cNvPr>
          <p:cNvSpPr txBox="1"/>
          <p:nvPr/>
        </p:nvSpPr>
        <p:spPr>
          <a:xfrm>
            <a:off x="316395" y="0"/>
            <a:ext cx="11559209" cy="13665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CREATE TABLE </a:t>
            </a:r>
            <a:r>
              <a:rPr lang="en-GB" dirty="0" err="1"/>
              <a:t>tblBeach</a:t>
            </a:r>
            <a:r>
              <a:rPr lang="en-GB" dirty="0"/>
              <a:t>(</a:t>
            </a:r>
          </a:p>
          <a:p>
            <a:r>
              <a:rPr lang="en-GB" dirty="0"/>
              <a:t>    </a:t>
            </a:r>
            <a:r>
              <a:rPr lang="en-GB" dirty="0" err="1"/>
              <a:t>beachId</a:t>
            </a:r>
            <a:r>
              <a:rPr lang="en-GB" dirty="0"/>
              <a:t> integer PRIMARY AUTO_INCREMENT,</a:t>
            </a:r>
          </a:p>
          <a:p>
            <a:r>
              <a:rPr lang="en-GB" dirty="0"/>
              <a:t>    </a:t>
            </a:r>
            <a:r>
              <a:rPr lang="en-GB" dirty="0" err="1"/>
              <a:t>beachName</a:t>
            </a:r>
            <a:r>
              <a:rPr lang="en-GB" dirty="0"/>
              <a:t> varchar(255) NOT Null UNIQUE,</a:t>
            </a:r>
          </a:p>
          <a:p>
            <a:r>
              <a:rPr lang="en-GB" dirty="0"/>
              <a:t>    </a:t>
            </a:r>
            <a:r>
              <a:rPr lang="en-GB" dirty="0" err="1"/>
              <a:t>beachCoordinates</a:t>
            </a:r>
            <a:r>
              <a:rPr lang="en-GB" dirty="0"/>
              <a:t> varchar(255),</a:t>
            </a:r>
          </a:p>
          <a:p>
            <a:r>
              <a:rPr lang="en-GB" dirty="0"/>
              <a:t>    </a:t>
            </a:r>
            <a:r>
              <a:rPr lang="en-GB" dirty="0" err="1"/>
              <a:t>beachPostcode</a:t>
            </a:r>
            <a:r>
              <a:rPr lang="en-GB" dirty="0"/>
              <a:t> varchar(255),</a:t>
            </a:r>
          </a:p>
          <a:p>
            <a:r>
              <a:rPr lang="en-GB" dirty="0"/>
              <a:t>    </a:t>
            </a:r>
            <a:r>
              <a:rPr lang="en-GB" dirty="0" err="1"/>
              <a:t>beachTown</a:t>
            </a:r>
            <a:r>
              <a:rPr lang="en-GB" dirty="0"/>
              <a:t> varchar(255),</a:t>
            </a:r>
          </a:p>
          <a:p>
            <a:r>
              <a:rPr lang="en-GB" dirty="0"/>
              <a:t>    </a:t>
            </a:r>
            <a:r>
              <a:rPr lang="en-GB" dirty="0" err="1"/>
              <a:t>beachCounty</a:t>
            </a:r>
            <a:r>
              <a:rPr lang="en-GB" dirty="0"/>
              <a:t> varchar(255),</a:t>
            </a:r>
          </a:p>
          <a:p>
            <a:r>
              <a:rPr lang="en-GB" dirty="0"/>
              <a:t>    </a:t>
            </a:r>
            <a:r>
              <a:rPr lang="en-GB" dirty="0" err="1"/>
              <a:t>beachType</a:t>
            </a:r>
            <a:r>
              <a:rPr lang="en-GB" dirty="0"/>
              <a:t> ENUM("</a:t>
            </a:r>
            <a:r>
              <a:rPr lang="en-GB" dirty="0" err="1"/>
              <a:t>Sand","Shingle","Unknown</a:t>
            </a:r>
            <a:r>
              <a:rPr lang="en-GB" dirty="0"/>
              <a:t>") DEFAULT "Unknown"</a:t>
            </a:r>
          </a:p>
          <a:p>
            <a:r>
              <a:rPr lang="en-GB" dirty="0"/>
              <a:t>);</a:t>
            </a:r>
          </a:p>
          <a:p>
            <a:endParaRPr lang="en-GB" dirty="0"/>
          </a:p>
          <a:p>
            <a:r>
              <a:rPr lang="en-GB" dirty="0"/>
              <a:t>CREATE TABLE </a:t>
            </a:r>
            <a:r>
              <a:rPr lang="en-GB" dirty="0" err="1"/>
              <a:t>tblOrganiser</a:t>
            </a:r>
            <a:r>
              <a:rPr lang="en-GB" dirty="0"/>
              <a:t>(</a:t>
            </a:r>
          </a:p>
          <a:p>
            <a:r>
              <a:rPr lang="en-GB" dirty="0"/>
              <a:t>    </a:t>
            </a:r>
            <a:r>
              <a:rPr lang="en-GB" dirty="0" err="1"/>
              <a:t>organiserId</a:t>
            </a:r>
            <a:r>
              <a:rPr lang="en-GB" dirty="0"/>
              <a:t> integer PRIMARY AUTO_INCREMENT,</a:t>
            </a:r>
          </a:p>
          <a:p>
            <a:r>
              <a:rPr lang="en-GB" dirty="0"/>
              <a:t>    </a:t>
            </a:r>
            <a:r>
              <a:rPr lang="en-GB" dirty="0" err="1"/>
              <a:t>organiserForename</a:t>
            </a:r>
            <a:r>
              <a:rPr lang="en-GB" dirty="0"/>
              <a:t> varchar(255) not null,</a:t>
            </a:r>
          </a:p>
          <a:p>
            <a:r>
              <a:rPr lang="en-GB" dirty="0"/>
              <a:t>    </a:t>
            </a:r>
            <a:r>
              <a:rPr lang="en-GB" dirty="0" err="1"/>
              <a:t>organiserSurname</a:t>
            </a:r>
            <a:r>
              <a:rPr lang="en-GB" dirty="0"/>
              <a:t> varchar(255) NOT null,</a:t>
            </a:r>
          </a:p>
          <a:p>
            <a:r>
              <a:rPr lang="en-GB" dirty="0"/>
              <a:t>    </a:t>
            </a:r>
            <a:r>
              <a:rPr lang="en-GB" dirty="0" err="1"/>
              <a:t>organiserEmail</a:t>
            </a:r>
            <a:r>
              <a:rPr lang="en-GB" dirty="0"/>
              <a:t> varchar(255) not null,</a:t>
            </a:r>
          </a:p>
          <a:p>
            <a:r>
              <a:rPr lang="en-GB" dirty="0"/>
              <a:t>    </a:t>
            </a:r>
            <a:r>
              <a:rPr lang="en-GB" dirty="0" err="1"/>
              <a:t>organiserDateJoined</a:t>
            </a:r>
            <a:r>
              <a:rPr lang="en-GB" dirty="0"/>
              <a:t> date not null</a:t>
            </a:r>
          </a:p>
          <a:p>
            <a:r>
              <a:rPr lang="en-GB" dirty="0"/>
              <a:t>    );</a:t>
            </a:r>
          </a:p>
          <a:p>
            <a:r>
              <a:rPr lang="en-GB" dirty="0"/>
              <a:t>    </a:t>
            </a:r>
          </a:p>
          <a:p>
            <a:r>
              <a:rPr lang="en-GB" dirty="0"/>
              <a:t>    CREATE TABLE </a:t>
            </a:r>
            <a:r>
              <a:rPr lang="en-GB" dirty="0" err="1"/>
              <a:t>tblVolunteer</a:t>
            </a:r>
            <a:r>
              <a:rPr lang="en-GB" dirty="0"/>
              <a:t>(</a:t>
            </a:r>
          </a:p>
          <a:p>
            <a:r>
              <a:rPr lang="en-GB" dirty="0"/>
              <a:t>        </a:t>
            </a:r>
            <a:r>
              <a:rPr lang="en-GB" dirty="0" err="1"/>
              <a:t>volunteerId</a:t>
            </a:r>
            <a:r>
              <a:rPr lang="en-GB" dirty="0"/>
              <a:t> integer PRIMARY AUTO_INCREMENT,</a:t>
            </a:r>
          </a:p>
          <a:p>
            <a:r>
              <a:rPr lang="en-GB" dirty="0"/>
              <a:t>        </a:t>
            </a:r>
            <a:r>
              <a:rPr lang="en-GB" dirty="0" err="1"/>
              <a:t>volunteerForename</a:t>
            </a:r>
            <a:r>
              <a:rPr lang="en-GB" dirty="0"/>
              <a:t> varchar(255) NOT Null,</a:t>
            </a:r>
          </a:p>
          <a:p>
            <a:r>
              <a:rPr lang="en-GB" dirty="0"/>
              <a:t>        </a:t>
            </a:r>
            <a:r>
              <a:rPr lang="en-GB" dirty="0" err="1"/>
              <a:t>volunteerSurname</a:t>
            </a:r>
            <a:r>
              <a:rPr lang="en-GB" dirty="0"/>
              <a:t> varchar(255) not null,</a:t>
            </a:r>
          </a:p>
          <a:p>
            <a:r>
              <a:rPr lang="en-GB" dirty="0"/>
              <a:t>        </a:t>
            </a:r>
            <a:r>
              <a:rPr lang="en-GB" dirty="0" err="1"/>
              <a:t>volunteerEmail</a:t>
            </a:r>
            <a:r>
              <a:rPr lang="en-GB" dirty="0"/>
              <a:t> varchar(255),</a:t>
            </a:r>
          </a:p>
          <a:p>
            <a:r>
              <a:rPr lang="en-GB" dirty="0"/>
              <a:t>        </a:t>
            </a:r>
            <a:r>
              <a:rPr lang="en-GB" dirty="0" err="1"/>
              <a:t>volunteerDateJoined</a:t>
            </a:r>
            <a:r>
              <a:rPr lang="en-GB" dirty="0"/>
              <a:t> date not null,</a:t>
            </a:r>
          </a:p>
          <a:p>
            <a:r>
              <a:rPr lang="en-GB" dirty="0"/>
              <a:t>        </a:t>
            </a:r>
            <a:r>
              <a:rPr lang="en-GB" dirty="0" err="1"/>
              <a:t>volunteerType</a:t>
            </a:r>
            <a:r>
              <a:rPr lang="en-GB" dirty="0"/>
              <a:t> ENUM("</a:t>
            </a:r>
            <a:r>
              <a:rPr lang="en-GB" dirty="0" err="1"/>
              <a:t>Active","Inactive</a:t>
            </a:r>
            <a:r>
              <a:rPr lang="en-GB" dirty="0"/>
              <a:t>") DEFAULT "Active"</a:t>
            </a:r>
          </a:p>
          <a:p>
            <a:r>
              <a:rPr lang="en-GB" dirty="0"/>
              <a:t>        );</a:t>
            </a:r>
          </a:p>
          <a:p>
            <a:r>
              <a:rPr lang="en-GB" dirty="0"/>
              <a:t>        </a:t>
            </a:r>
          </a:p>
          <a:p>
            <a:r>
              <a:rPr lang="en-GB" dirty="0"/>
              <a:t>        CREATE TABLE </a:t>
            </a:r>
            <a:r>
              <a:rPr lang="en-GB" dirty="0" err="1"/>
              <a:t>tblBag</a:t>
            </a:r>
            <a:r>
              <a:rPr lang="en-GB" dirty="0"/>
              <a:t>(</a:t>
            </a:r>
          </a:p>
          <a:p>
            <a:r>
              <a:rPr lang="en-GB" dirty="0"/>
              <a:t>            </a:t>
            </a:r>
            <a:r>
              <a:rPr lang="en-GB" dirty="0" err="1"/>
              <a:t>bagId</a:t>
            </a:r>
            <a:r>
              <a:rPr lang="en-GB" dirty="0"/>
              <a:t> integer PRIMARY AUTO_INCREMENT,</a:t>
            </a:r>
          </a:p>
          <a:p>
            <a:r>
              <a:rPr lang="en-GB" dirty="0"/>
              <a:t>            </a:t>
            </a:r>
            <a:r>
              <a:rPr lang="en-GB" dirty="0" err="1"/>
              <a:t>bagWeight</a:t>
            </a:r>
            <a:r>
              <a:rPr lang="en-GB" dirty="0"/>
              <a:t> decimal(6,3),</a:t>
            </a:r>
          </a:p>
          <a:p>
            <a:r>
              <a:rPr lang="en-GB" dirty="0"/>
              <a:t>            FOREIGN KEY(</a:t>
            </a:r>
            <a:r>
              <a:rPr lang="en-GB" dirty="0" err="1"/>
              <a:t>volunteerId</a:t>
            </a:r>
            <a:r>
              <a:rPr lang="en-GB" dirty="0"/>
              <a:t>) REFERENCES </a:t>
            </a:r>
            <a:r>
              <a:rPr lang="en-GB" dirty="0" err="1"/>
              <a:t>tblVolunteer</a:t>
            </a:r>
            <a:r>
              <a:rPr lang="en-GB" dirty="0"/>
              <a:t>(</a:t>
            </a:r>
            <a:r>
              <a:rPr lang="en-GB" dirty="0" err="1"/>
              <a:t>volunteerId</a:t>
            </a:r>
            <a:r>
              <a:rPr lang="en-GB" dirty="0"/>
              <a:t>),</a:t>
            </a:r>
          </a:p>
          <a:p>
            <a:r>
              <a:rPr lang="en-GB" dirty="0"/>
              <a:t>            FOREIGN Key(</a:t>
            </a:r>
            <a:r>
              <a:rPr lang="en-GB" dirty="0" err="1"/>
              <a:t>eventId</a:t>
            </a:r>
            <a:r>
              <a:rPr lang="en-GB" dirty="0"/>
              <a:t>) REFERENCES </a:t>
            </a:r>
            <a:r>
              <a:rPr lang="en-GB" dirty="0" err="1"/>
              <a:t>tblBeachCleanEvent</a:t>
            </a:r>
            <a:r>
              <a:rPr lang="en-GB" dirty="0"/>
              <a:t>(</a:t>
            </a:r>
            <a:r>
              <a:rPr lang="en-GB" dirty="0" err="1"/>
              <a:t>eventId</a:t>
            </a:r>
            <a:r>
              <a:rPr lang="en-GB" dirty="0"/>
              <a:t>)</a:t>
            </a:r>
          </a:p>
          <a:p>
            <a:r>
              <a:rPr lang="en-GB" dirty="0"/>
              <a:t>            );</a:t>
            </a:r>
          </a:p>
          <a:p>
            <a:r>
              <a:rPr lang="en-GB" dirty="0"/>
              <a:t>            </a:t>
            </a:r>
          </a:p>
          <a:p>
            <a:r>
              <a:rPr lang="en-GB" dirty="0"/>
              <a:t>            CREATE TABLE </a:t>
            </a:r>
            <a:r>
              <a:rPr lang="en-GB" dirty="0" err="1"/>
              <a:t>tblBeachCleanEvent</a:t>
            </a:r>
            <a:r>
              <a:rPr lang="en-GB" dirty="0"/>
              <a:t>(</a:t>
            </a:r>
          </a:p>
          <a:p>
            <a:r>
              <a:rPr lang="en-GB" dirty="0"/>
              <a:t>                </a:t>
            </a:r>
            <a:r>
              <a:rPr lang="en-GB" dirty="0" err="1"/>
              <a:t>EventId</a:t>
            </a:r>
            <a:r>
              <a:rPr lang="en-GB" dirty="0"/>
              <a:t> integer PRIMARY AUTO_INCREMENT,</a:t>
            </a:r>
          </a:p>
          <a:p>
            <a:r>
              <a:rPr lang="en-GB" dirty="0"/>
              <a:t>                </a:t>
            </a:r>
            <a:r>
              <a:rPr lang="en-GB" dirty="0" err="1"/>
              <a:t>eventDateStartTime</a:t>
            </a:r>
            <a:r>
              <a:rPr lang="en-GB" dirty="0"/>
              <a:t> datetime NOT Null,</a:t>
            </a:r>
          </a:p>
          <a:p>
            <a:r>
              <a:rPr lang="en-GB" dirty="0"/>
              <a:t>                </a:t>
            </a:r>
            <a:r>
              <a:rPr lang="en-GB" dirty="0" err="1"/>
              <a:t>eventStatus</a:t>
            </a:r>
            <a:r>
              <a:rPr lang="en-GB" dirty="0"/>
              <a:t> ENUM("</a:t>
            </a:r>
            <a:r>
              <a:rPr lang="en-GB" dirty="0" err="1"/>
              <a:t>Upcoming","Completed</a:t>
            </a:r>
            <a:r>
              <a:rPr lang="en-GB" dirty="0"/>
              <a:t>"),</a:t>
            </a:r>
          </a:p>
          <a:p>
            <a:r>
              <a:rPr lang="en-GB" dirty="0"/>
              <a:t>                FOREIGN KEY(</a:t>
            </a:r>
            <a:r>
              <a:rPr lang="en-GB" dirty="0" err="1"/>
              <a:t>beachId</a:t>
            </a:r>
            <a:r>
              <a:rPr lang="en-GB" dirty="0"/>
              <a:t>) REFERENCES </a:t>
            </a:r>
            <a:r>
              <a:rPr lang="en-GB" dirty="0" err="1"/>
              <a:t>tblBeach</a:t>
            </a:r>
            <a:r>
              <a:rPr lang="en-GB" dirty="0"/>
              <a:t>(</a:t>
            </a:r>
            <a:r>
              <a:rPr lang="en-GB" dirty="0" err="1"/>
              <a:t>beachId</a:t>
            </a:r>
            <a:r>
              <a:rPr lang="en-GB" dirty="0"/>
              <a:t>),</a:t>
            </a:r>
          </a:p>
          <a:p>
            <a:r>
              <a:rPr lang="en-GB" dirty="0"/>
              <a:t>                FOREIGN Key(</a:t>
            </a:r>
            <a:r>
              <a:rPr lang="en-GB" dirty="0" err="1"/>
              <a:t>organiserId</a:t>
            </a:r>
            <a:r>
              <a:rPr lang="en-GB" dirty="0"/>
              <a:t>) REFERENCES </a:t>
            </a:r>
            <a:r>
              <a:rPr lang="en-GB" dirty="0" err="1"/>
              <a:t>tblOrganiser</a:t>
            </a:r>
            <a:r>
              <a:rPr lang="en-GB" dirty="0"/>
              <a:t>(</a:t>
            </a:r>
            <a:r>
              <a:rPr lang="en-GB" dirty="0" err="1"/>
              <a:t>organiserId</a:t>
            </a:r>
            <a:r>
              <a:rPr lang="en-GB" dirty="0"/>
              <a:t>)</a:t>
            </a:r>
          </a:p>
          <a:p>
            <a:r>
              <a:rPr lang="en-GB" dirty="0"/>
              <a:t>                );</a:t>
            </a:r>
          </a:p>
          <a:p>
            <a:r>
              <a:rPr lang="en-GB" dirty="0"/>
              <a:t>                </a:t>
            </a:r>
          </a:p>
          <a:p>
            <a:r>
              <a:rPr lang="en-GB" dirty="0"/>
              <a:t>                CREATE TABLE </a:t>
            </a:r>
            <a:r>
              <a:rPr lang="en-GB" dirty="0" err="1"/>
              <a:t>tblAttendance</a:t>
            </a:r>
            <a:r>
              <a:rPr lang="en-GB" dirty="0"/>
              <a:t>(</a:t>
            </a:r>
          </a:p>
          <a:p>
            <a:r>
              <a:rPr lang="en-GB" dirty="0"/>
              <a:t>                    </a:t>
            </a:r>
            <a:r>
              <a:rPr lang="en-GB" dirty="0" err="1"/>
              <a:t>hoursSpent</a:t>
            </a:r>
            <a:r>
              <a:rPr lang="en-GB" dirty="0"/>
              <a:t> integer not null DEFAULT 0,</a:t>
            </a:r>
          </a:p>
          <a:p>
            <a:r>
              <a:rPr lang="en-GB" dirty="0"/>
              <a:t>                    FOREIGN KEY(</a:t>
            </a:r>
            <a:r>
              <a:rPr lang="en-GB" dirty="0" err="1"/>
              <a:t>volunteerId</a:t>
            </a:r>
            <a:r>
              <a:rPr lang="en-GB" dirty="0"/>
              <a:t>) REFERENCES </a:t>
            </a:r>
            <a:r>
              <a:rPr lang="en-GB" dirty="0" err="1"/>
              <a:t>tblVolunteer</a:t>
            </a:r>
            <a:r>
              <a:rPr lang="en-GB" dirty="0"/>
              <a:t>(</a:t>
            </a:r>
            <a:r>
              <a:rPr lang="en-GB" dirty="0" err="1"/>
              <a:t>volunteerID</a:t>
            </a:r>
            <a:r>
              <a:rPr lang="en-GB" dirty="0"/>
              <a:t>),</a:t>
            </a:r>
          </a:p>
          <a:p>
            <a:r>
              <a:rPr lang="en-GB" dirty="0"/>
              <a:t>                    FOREIGN KEY(</a:t>
            </a:r>
            <a:r>
              <a:rPr lang="en-GB" dirty="0" err="1"/>
              <a:t>eventId</a:t>
            </a:r>
            <a:r>
              <a:rPr lang="en-GB" dirty="0"/>
              <a:t>) REFERENCES </a:t>
            </a:r>
            <a:r>
              <a:rPr lang="en-GB" dirty="0" err="1"/>
              <a:t>tblBeachCleanEvent</a:t>
            </a:r>
            <a:r>
              <a:rPr lang="en-GB" dirty="0"/>
              <a:t>(</a:t>
            </a:r>
            <a:r>
              <a:rPr lang="en-GB" dirty="0" err="1"/>
              <a:t>eventId</a:t>
            </a:r>
            <a:r>
              <a:rPr lang="en-GB" dirty="0"/>
              <a:t>),</a:t>
            </a:r>
          </a:p>
          <a:p>
            <a:r>
              <a:rPr lang="en-GB" dirty="0"/>
              <a:t>                    PRIMARY KEY(</a:t>
            </a:r>
            <a:r>
              <a:rPr lang="en-GB" dirty="0" err="1"/>
              <a:t>eventId</a:t>
            </a:r>
            <a:r>
              <a:rPr lang="en-GB" dirty="0"/>
              <a:t>, </a:t>
            </a:r>
            <a:r>
              <a:rPr lang="en-GB" dirty="0" err="1"/>
              <a:t>volunteerId</a:t>
            </a:r>
            <a:r>
              <a:rPr lang="en-GB" dirty="0"/>
              <a:t>)</a:t>
            </a:r>
          </a:p>
          <a:p>
            <a:r>
              <a:rPr lang="en-GB" dirty="0"/>
              <a:t>                    );</a:t>
            </a:r>
          </a:p>
        </p:txBody>
      </p:sp>
    </p:spTree>
    <p:extLst>
      <p:ext uri="{BB962C8B-B14F-4D97-AF65-F5344CB8AC3E}">
        <p14:creationId xmlns:p14="http://schemas.microsoft.com/office/powerpoint/2010/main" val="196198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8FB8-A323-886E-6EC0-5EAF8824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much rubbish collected at each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5506D-CA3A-45FA-8215-DB33AC6CF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hlinkClick r:id="rId2"/>
              </a:rPr>
              <a:t>SELECT</a:t>
            </a:r>
            <a:r>
              <a:rPr lang="en-GB" dirty="0"/>
              <a:t> </a:t>
            </a:r>
            <a:r>
              <a:rPr lang="en-GB" dirty="0">
                <a:hlinkClick r:id="rId3"/>
              </a:rPr>
              <a:t>SUM</a:t>
            </a:r>
            <a:r>
              <a:rPr lang="en-GB" dirty="0"/>
              <a:t>(</a:t>
            </a:r>
            <a:r>
              <a:rPr lang="en-GB" dirty="0" err="1"/>
              <a:t>b.bagWeight</a:t>
            </a:r>
            <a:r>
              <a:rPr lang="en-GB" dirty="0"/>
              <a:t>) As </a:t>
            </a:r>
            <a:r>
              <a:rPr lang="en-GB" dirty="0" err="1"/>
              <a:t>totalWeight</a:t>
            </a:r>
            <a:r>
              <a:rPr lang="en-GB" dirty="0"/>
              <a:t>, SUM(</a:t>
            </a:r>
            <a:r>
              <a:rPr lang="en-GB" dirty="0" err="1"/>
              <a:t>b.bagWeight</a:t>
            </a:r>
            <a:r>
              <a:rPr lang="en-GB" dirty="0"/>
              <a:t>) / COUNT(DISTINCT </a:t>
            </a:r>
            <a:r>
              <a:rPr lang="en-GB" dirty="0" err="1"/>
              <a:t>a.volunteerId</a:t>
            </a:r>
            <a:r>
              <a:rPr lang="en-GB" dirty="0"/>
              <a:t>) AS </a:t>
            </a:r>
            <a:r>
              <a:rPr lang="en-GB" dirty="0" err="1"/>
              <a:t>averageWeightPerVolunteer</a:t>
            </a:r>
            <a:r>
              <a:rPr lang="en-GB" dirty="0"/>
              <a:t>, CONCAT(</a:t>
            </a:r>
            <a:r>
              <a:rPr lang="en-GB" dirty="0" err="1"/>
              <a:t>be.beachName</a:t>
            </a:r>
            <a:r>
              <a:rPr lang="en-GB" dirty="0"/>
              <a:t>, ‘ ‘,</a:t>
            </a:r>
            <a:r>
              <a:rPr lang="en-GB" dirty="0" err="1"/>
              <a:t>e.eventDateStartTime</a:t>
            </a:r>
            <a:r>
              <a:rPr lang="en-GB" dirty="0"/>
              <a:t>) AS </a:t>
            </a:r>
            <a:r>
              <a:rPr lang="en-GB" dirty="0" err="1"/>
              <a:t>eventName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 </a:t>
            </a:r>
            <a:r>
              <a:rPr lang="en-GB" dirty="0" err="1"/>
              <a:t>tblBeachCleanEvent</a:t>
            </a:r>
            <a:r>
              <a:rPr lang="en-GB" dirty="0"/>
              <a:t> e</a:t>
            </a:r>
          </a:p>
          <a:p>
            <a:pPr marL="0" indent="0">
              <a:buNone/>
            </a:pPr>
            <a:r>
              <a:rPr lang="en-GB" dirty="0"/>
              <a:t>JOIN </a:t>
            </a:r>
            <a:r>
              <a:rPr lang="en-GB" dirty="0" err="1"/>
              <a:t>tblBag</a:t>
            </a:r>
            <a:r>
              <a:rPr lang="en-GB" dirty="0"/>
              <a:t> b ON </a:t>
            </a:r>
            <a:r>
              <a:rPr lang="en-GB" dirty="0" err="1"/>
              <a:t>e.eventId</a:t>
            </a:r>
            <a:r>
              <a:rPr lang="en-GB" dirty="0"/>
              <a:t> = </a:t>
            </a:r>
            <a:r>
              <a:rPr lang="en-GB" dirty="0" err="1"/>
              <a:t>b.eventId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LEFT JOIN </a:t>
            </a:r>
            <a:r>
              <a:rPr lang="en-GB" dirty="0" err="1"/>
              <a:t>tblAttendance</a:t>
            </a:r>
            <a:r>
              <a:rPr lang="en-GB" dirty="0"/>
              <a:t> a ON </a:t>
            </a:r>
            <a:r>
              <a:rPr lang="en-GB" dirty="0" err="1"/>
              <a:t>e.eventId</a:t>
            </a:r>
            <a:r>
              <a:rPr lang="en-GB" dirty="0"/>
              <a:t> = </a:t>
            </a:r>
            <a:r>
              <a:rPr lang="en-GB" dirty="0" err="1"/>
              <a:t>a.eventId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JOIN </a:t>
            </a:r>
            <a:r>
              <a:rPr lang="en-GB" dirty="0" err="1"/>
              <a:t>tblBeach</a:t>
            </a:r>
            <a:r>
              <a:rPr lang="en-GB" dirty="0"/>
              <a:t> be ON </a:t>
            </a:r>
            <a:r>
              <a:rPr lang="en-GB" dirty="0" err="1"/>
              <a:t>e.beachId</a:t>
            </a:r>
            <a:r>
              <a:rPr lang="en-GB" dirty="0"/>
              <a:t> = </a:t>
            </a:r>
            <a:r>
              <a:rPr lang="en-GB" dirty="0" err="1"/>
              <a:t>be.beachId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WHERE </a:t>
            </a:r>
            <a:r>
              <a:rPr lang="en-GB" dirty="0" err="1"/>
              <a:t>e.eventStatus</a:t>
            </a:r>
            <a:r>
              <a:rPr lang="en-GB" dirty="0"/>
              <a:t> = ‘Completed’</a:t>
            </a:r>
          </a:p>
          <a:p>
            <a:pPr marL="0" indent="0">
              <a:buNone/>
            </a:pPr>
            <a:r>
              <a:rPr lang="en-GB" dirty="0"/>
              <a:t>GROUP BY </a:t>
            </a:r>
            <a:r>
              <a:rPr lang="en-GB" dirty="0" err="1"/>
              <a:t>be.beachId</a:t>
            </a:r>
            <a:r>
              <a:rPr lang="en-GB" dirty="0"/>
              <a:t>, </a:t>
            </a:r>
            <a:r>
              <a:rPr lang="en-GB" dirty="0" err="1"/>
              <a:t>be.beachName</a:t>
            </a:r>
            <a:r>
              <a:rPr lang="en-GB" dirty="0"/>
              <a:t>, </a:t>
            </a:r>
            <a:r>
              <a:rPr lang="en-GB" dirty="0" err="1"/>
              <a:t>e.eventDateStartTime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 BY </a:t>
            </a:r>
            <a:r>
              <a:rPr lang="en-GB" dirty="0" err="1"/>
              <a:t>be.beachName</a:t>
            </a:r>
            <a:r>
              <a:rPr lang="en-GB" dirty="0"/>
              <a:t>, </a:t>
            </a:r>
            <a:r>
              <a:rPr lang="en-GB" dirty="0" err="1"/>
              <a:t>e.eventDateStartTime</a:t>
            </a:r>
            <a:r>
              <a:rPr lang="en-GB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877196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D3B43-C4BC-6A3E-5CD3-86573192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organises/promotes events best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6CA6A-5235-E668-B093-78B523AE2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SELECT CONCAT(</a:t>
            </a:r>
            <a:r>
              <a:rPr lang="en-GB" dirty="0" err="1"/>
              <a:t>o.organiserForename</a:t>
            </a:r>
            <a:r>
              <a:rPr lang="en-GB" dirty="0"/>
              <a:t>, ' ',</a:t>
            </a:r>
            <a:r>
              <a:rPr lang="en-GB" dirty="0" err="1"/>
              <a:t>o.organiserSurname</a:t>
            </a:r>
            <a:r>
              <a:rPr lang="en-GB" dirty="0"/>
              <a:t>) AS </a:t>
            </a:r>
            <a:r>
              <a:rPr lang="en-GB" dirty="0" err="1"/>
              <a:t>organiserName</a:t>
            </a:r>
            <a:r>
              <a:rPr lang="en-GB" dirty="0"/>
              <a:t>, </a:t>
            </a:r>
            <a:r>
              <a:rPr lang="en-GB" dirty="0" err="1"/>
              <a:t>e.eventId</a:t>
            </a:r>
            <a:r>
              <a:rPr lang="en-GB" dirty="0"/>
              <a:t>, COUNT(DISTINCT </a:t>
            </a:r>
            <a:r>
              <a:rPr lang="en-GB" dirty="0" err="1"/>
              <a:t>a.volunteerID</a:t>
            </a:r>
            <a:r>
              <a:rPr lang="en-GB" dirty="0"/>
              <a:t>) AS </a:t>
            </a:r>
            <a:r>
              <a:rPr lang="en-GB" dirty="0" err="1"/>
              <a:t>volunteersPresent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tblBeachCleanEvent</a:t>
            </a:r>
            <a:r>
              <a:rPr lang="en-GB" dirty="0"/>
              <a:t> e</a:t>
            </a:r>
          </a:p>
          <a:p>
            <a:pPr marL="0" indent="0">
              <a:buNone/>
            </a:pPr>
            <a:r>
              <a:rPr lang="en-GB" dirty="0"/>
              <a:t>JOIN </a:t>
            </a:r>
            <a:r>
              <a:rPr lang="en-GB" dirty="0" err="1"/>
              <a:t>tblOrganiser</a:t>
            </a:r>
            <a:r>
              <a:rPr lang="en-GB" dirty="0"/>
              <a:t> o ON </a:t>
            </a:r>
            <a:r>
              <a:rPr lang="en-GB" dirty="0" err="1"/>
              <a:t>e.organiserId</a:t>
            </a:r>
            <a:r>
              <a:rPr lang="en-GB" dirty="0"/>
              <a:t> = </a:t>
            </a:r>
            <a:r>
              <a:rPr lang="en-GB" dirty="0" err="1"/>
              <a:t>o.organiserId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JOIN </a:t>
            </a:r>
            <a:r>
              <a:rPr lang="en-GB" dirty="0" err="1"/>
              <a:t>tblBeach</a:t>
            </a:r>
            <a:r>
              <a:rPr lang="en-GB" dirty="0"/>
              <a:t> be ON </a:t>
            </a:r>
            <a:r>
              <a:rPr lang="en-GB" dirty="0" err="1"/>
              <a:t>be.beachId</a:t>
            </a:r>
            <a:r>
              <a:rPr lang="en-GB" dirty="0"/>
              <a:t> = </a:t>
            </a:r>
            <a:r>
              <a:rPr lang="en-GB" dirty="0" err="1"/>
              <a:t>e.beachId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LEFT JOIN </a:t>
            </a:r>
            <a:r>
              <a:rPr lang="en-GB" dirty="0" err="1"/>
              <a:t>tblAttendance</a:t>
            </a:r>
            <a:r>
              <a:rPr lang="en-GB" dirty="0"/>
              <a:t> a ON </a:t>
            </a:r>
            <a:r>
              <a:rPr lang="en-GB" dirty="0" err="1"/>
              <a:t>e.eventId</a:t>
            </a:r>
            <a:r>
              <a:rPr lang="en-GB" dirty="0"/>
              <a:t> = </a:t>
            </a:r>
            <a:r>
              <a:rPr lang="en-GB" dirty="0" err="1"/>
              <a:t>a.eventId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GROUP BY </a:t>
            </a:r>
            <a:r>
              <a:rPr lang="en-GB" dirty="0" err="1"/>
              <a:t>o.organiserId</a:t>
            </a:r>
            <a:r>
              <a:rPr lang="en-GB" dirty="0"/>
              <a:t>, </a:t>
            </a:r>
            <a:r>
              <a:rPr lang="en-GB" dirty="0" err="1"/>
              <a:t>be.beachId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ORDER BY </a:t>
            </a:r>
            <a:r>
              <a:rPr lang="en-GB" dirty="0" err="1"/>
              <a:t>volunteersPresent</a:t>
            </a:r>
            <a:r>
              <a:rPr lang="en-GB" dirty="0"/>
              <a:t> DESC;</a:t>
            </a:r>
          </a:p>
        </p:txBody>
      </p:sp>
    </p:spTree>
    <p:extLst>
      <p:ext uri="{BB962C8B-B14F-4D97-AF65-F5344CB8AC3E}">
        <p14:creationId xmlns:p14="http://schemas.microsoft.com/office/powerpoint/2010/main" val="3466785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74C8-5AA9-833D-A3A0-27429E8B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Well Does an Organiser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F2DD2-1C94-23E5-4147-6E481964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SELECT CONCAT(</a:t>
            </a:r>
            <a:r>
              <a:rPr lang="en-GB" dirty="0" err="1"/>
              <a:t>o.organiserForename</a:t>
            </a:r>
            <a:r>
              <a:rPr lang="en-GB" dirty="0"/>
              <a:t>, ' ',</a:t>
            </a:r>
            <a:r>
              <a:rPr lang="en-GB" dirty="0" err="1"/>
              <a:t>o.organiserSurname</a:t>
            </a:r>
            <a:r>
              <a:rPr lang="en-GB" dirty="0"/>
              <a:t>) AS </a:t>
            </a:r>
            <a:r>
              <a:rPr lang="en-GB" dirty="0" err="1"/>
              <a:t>organiserName</a:t>
            </a:r>
            <a:r>
              <a:rPr lang="en-GB" dirty="0"/>
              <a:t>, </a:t>
            </a:r>
            <a:r>
              <a:rPr lang="en-GB" dirty="0" err="1"/>
              <a:t>e.eventId</a:t>
            </a:r>
            <a:r>
              <a:rPr lang="en-GB" dirty="0"/>
              <a:t>, COUNT(DISTINCT </a:t>
            </a:r>
            <a:r>
              <a:rPr lang="en-GB" dirty="0" err="1"/>
              <a:t>a.volunteerID</a:t>
            </a:r>
            <a:r>
              <a:rPr lang="en-GB" dirty="0"/>
              <a:t>) AS </a:t>
            </a:r>
            <a:r>
              <a:rPr lang="en-GB" dirty="0" err="1"/>
              <a:t>volunteersPresent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FROM </a:t>
            </a:r>
            <a:r>
              <a:rPr lang="en-GB" dirty="0" err="1"/>
              <a:t>tblBeachCleanEvent</a:t>
            </a:r>
            <a:r>
              <a:rPr lang="en-GB" dirty="0"/>
              <a:t> e</a:t>
            </a:r>
          </a:p>
          <a:p>
            <a:pPr marL="0" indent="0">
              <a:buNone/>
            </a:pPr>
            <a:r>
              <a:rPr lang="en-GB" dirty="0"/>
              <a:t>JOIN </a:t>
            </a:r>
            <a:r>
              <a:rPr lang="en-GB" dirty="0" err="1"/>
              <a:t>tblOrganiser</a:t>
            </a:r>
            <a:r>
              <a:rPr lang="en-GB" dirty="0"/>
              <a:t> o ON </a:t>
            </a:r>
            <a:r>
              <a:rPr lang="en-GB" dirty="0" err="1"/>
              <a:t>e.organiserId</a:t>
            </a:r>
            <a:r>
              <a:rPr lang="en-GB" dirty="0"/>
              <a:t> = </a:t>
            </a:r>
            <a:r>
              <a:rPr lang="en-GB" dirty="0" err="1"/>
              <a:t>o.organiserId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LEFT JOIN </a:t>
            </a:r>
            <a:r>
              <a:rPr lang="en-GB" dirty="0" err="1"/>
              <a:t>tblAttendance</a:t>
            </a:r>
            <a:r>
              <a:rPr lang="en-GB" dirty="0"/>
              <a:t> a ON </a:t>
            </a:r>
            <a:r>
              <a:rPr lang="en-GB" dirty="0" err="1"/>
              <a:t>e.eventId</a:t>
            </a:r>
            <a:r>
              <a:rPr lang="en-GB" dirty="0"/>
              <a:t> = </a:t>
            </a:r>
            <a:r>
              <a:rPr lang="en-GB" dirty="0" err="1"/>
              <a:t>a.eventId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WHERE </a:t>
            </a:r>
            <a:r>
              <a:rPr lang="en-GB" dirty="0" err="1"/>
              <a:t>o.organiserId</a:t>
            </a:r>
            <a:r>
              <a:rPr lang="en-GB" dirty="0"/>
              <a:t> = $(</a:t>
            </a:r>
            <a:r>
              <a:rPr lang="en-GB" dirty="0" err="1"/>
              <a:t>orgId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GROUP BY </a:t>
            </a:r>
            <a:r>
              <a:rPr lang="en-GB" dirty="0" err="1"/>
              <a:t>e.eventId</a:t>
            </a:r>
            <a:r>
              <a:rPr lang="en-GB" dirty="0"/>
              <a:t>, </a:t>
            </a:r>
            <a:r>
              <a:rPr lang="en-GB" dirty="0" err="1"/>
              <a:t>o.organiserId</a:t>
            </a:r>
            <a:r>
              <a:rPr lang="en-GB" dirty="0"/>
              <a:t> </a:t>
            </a:r>
          </a:p>
          <a:p>
            <a:pPr marL="0" indent="0">
              <a:buNone/>
            </a:pPr>
            <a:r>
              <a:rPr lang="en-GB" dirty="0"/>
              <a:t>ORDER BY </a:t>
            </a:r>
            <a:r>
              <a:rPr lang="en-GB" dirty="0" err="1"/>
              <a:t>volunteersPresent</a:t>
            </a:r>
            <a:r>
              <a:rPr lang="en-GB" dirty="0"/>
              <a:t> DESC;</a:t>
            </a:r>
          </a:p>
        </p:txBody>
      </p:sp>
    </p:spTree>
    <p:extLst>
      <p:ext uri="{BB962C8B-B14F-4D97-AF65-F5344CB8AC3E}">
        <p14:creationId xmlns:p14="http://schemas.microsoft.com/office/powerpoint/2010/main" val="2733750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01ED7-D2AE-7E64-7D69-B0689A33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F9775-183F-CEA8-3F60-A64CCE56D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68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1906</TotalTime>
  <Words>593</Words>
  <Application>Microsoft Office PowerPoint</Application>
  <PresentationFormat>Widescreen</PresentationFormat>
  <Paragraphs>74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How much rubbish collected at each event</vt:lpstr>
      <vt:lpstr>Who organises/promotes events best</vt:lpstr>
      <vt:lpstr>How Well Does an Organiser Do?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Meijer</dc:creator>
  <cp:lastModifiedBy>Ryan Meijer</cp:lastModifiedBy>
  <cp:revision>1</cp:revision>
  <dcterms:created xsi:type="dcterms:W3CDTF">2026-03-15T16:38:58Z</dcterms:created>
  <dcterms:modified xsi:type="dcterms:W3CDTF">2026-04-18T14:30:19Z</dcterms:modified>
</cp:coreProperties>
</file>