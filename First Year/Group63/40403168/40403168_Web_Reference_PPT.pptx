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4" r:id="rId1"/>
  </p:sldMasterIdLst>
  <p:sldIdLst>
    <p:sldId id="256" r:id="rId2"/>
    <p:sldId id="257" r:id="rId3"/>
    <p:sldId id="258" r:id="rId4"/>
    <p:sldId id="259" r:id="rId5"/>
    <p:sldId id="260" r:id="rId6"/>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6538144-CF40-6E08-0367-F21956936BB3}" v="1757" dt="2026-04-23T19:34:06.73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microsoft.com/office/2015/10/relationships/revisionInfo" Target="revisionInfo.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9D6F5-A9D4-C22B-732C-A31A172FB93C}"/>
              </a:ext>
            </a:extLst>
          </p:cNvPr>
          <p:cNvSpPr>
            <a:spLocks noGrp="1"/>
          </p:cNvSpPr>
          <p:nvPr>
            <p:ph type="ctrTitle"/>
          </p:nvPr>
        </p:nvSpPr>
        <p:spPr>
          <a:xfrm>
            <a:off x="1524000" y="1122363"/>
            <a:ext cx="9144000" cy="2209393"/>
          </a:xfrm>
        </p:spPr>
        <p:txBody>
          <a:bodyPr anchor="b">
            <a:normAutofit/>
          </a:bodyPr>
          <a:lstStyle>
            <a:lvl1pPr algn="ctr">
              <a:defRPr sz="3600"/>
            </a:lvl1pPr>
          </a:lstStyle>
          <a:p>
            <a:r>
              <a:rPr lang="en-US" dirty="0"/>
              <a:t>Click to edit Master title style</a:t>
            </a:r>
          </a:p>
        </p:txBody>
      </p:sp>
      <p:sp>
        <p:nvSpPr>
          <p:cNvPr id="3" name="Subtitle 2">
            <a:extLst>
              <a:ext uri="{FF2B5EF4-FFF2-40B4-BE49-F238E27FC236}">
                <a16:creationId xmlns:a16="http://schemas.microsoft.com/office/drawing/2014/main" id="{E11AFD6E-3459-290F-1147-F0C47ACEEA5B}"/>
              </a:ext>
            </a:extLst>
          </p:cNvPr>
          <p:cNvSpPr>
            <a:spLocks noGrp="1"/>
          </p:cNvSpPr>
          <p:nvPr>
            <p:ph type="subTitle" idx="1"/>
          </p:nvPr>
        </p:nvSpPr>
        <p:spPr>
          <a:xfrm>
            <a:off x="1524000" y="4346774"/>
            <a:ext cx="9144000" cy="1066890"/>
          </a:xfrm>
        </p:spPr>
        <p:txBody>
          <a:bodyPr anchor="t">
            <a:normAutofit/>
          </a:bodyPr>
          <a:lstStyle>
            <a:lvl1pPr marL="0" indent="0" algn="ctr">
              <a:buNone/>
              <a:defRPr sz="1600" cap="all" spc="300" baseline="0"/>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C54674D3-6FB9-5549-B0F2-FD61E82D1FF1}"/>
              </a:ext>
            </a:extLst>
          </p:cNvPr>
          <p:cNvSpPr>
            <a:spLocks noGrp="1"/>
          </p:cNvSpPr>
          <p:nvPr>
            <p:ph type="dt" sz="half" idx="10"/>
          </p:nvPr>
        </p:nvSpPr>
        <p:spPr/>
        <p:txBody>
          <a:bodyPr/>
          <a:lstStyle/>
          <a:p>
            <a:fld id="{807E39B8-A7CB-4B82-AC0C-44B99F546761}" type="datetimeFigureOut">
              <a:rPr lang="en-US" dirty="0"/>
              <a:t>4/23/2026</a:t>
            </a:fld>
            <a:endParaRPr lang="en-US" dirty="0"/>
          </a:p>
        </p:txBody>
      </p:sp>
      <p:sp>
        <p:nvSpPr>
          <p:cNvPr id="5" name="Footer Placeholder 4">
            <a:extLst>
              <a:ext uri="{FF2B5EF4-FFF2-40B4-BE49-F238E27FC236}">
                <a16:creationId xmlns:a16="http://schemas.microsoft.com/office/drawing/2014/main" id="{AB239BBC-C979-2C77-493E-CF5498AEB5DB}"/>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53813B7E-A51C-D9CD-2189-650A9D63BFF9}"/>
              </a:ext>
            </a:extLst>
          </p:cNvPr>
          <p:cNvSpPr>
            <a:spLocks noGrp="1"/>
          </p:cNvSpPr>
          <p:nvPr>
            <p:ph type="sldNum" sz="quarter" idx="12"/>
          </p:nvPr>
        </p:nvSpPr>
        <p:spPr/>
        <p:txBody>
          <a:bodyPr/>
          <a:lstStyle/>
          <a:p>
            <a:fld id="{5E4DE196-8A13-4FF7-A07E-102851959EAB}" type="slidenum">
              <a:rPr lang="en-US" dirty="0"/>
              <a:t>‹#›</a:t>
            </a:fld>
            <a:endParaRPr lang="en-US" dirty="0"/>
          </a:p>
        </p:txBody>
      </p:sp>
    </p:spTree>
    <p:extLst>
      <p:ext uri="{BB962C8B-B14F-4D97-AF65-F5344CB8AC3E}">
        <p14:creationId xmlns:p14="http://schemas.microsoft.com/office/powerpoint/2010/main" val="20755294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155F0-A6D4-C39B-394F-0B16E9C9CE81}"/>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EBD1860F-B260-57CE-E12B-2C94860319EC}"/>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AF745C9F-D94D-E5D3-B73A-20621FA536D5}"/>
              </a:ext>
            </a:extLst>
          </p:cNvPr>
          <p:cNvSpPr>
            <a:spLocks noGrp="1"/>
          </p:cNvSpPr>
          <p:nvPr>
            <p:ph type="dt" sz="half" idx="10"/>
          </p:nvPr>
        </p:nvSpPr>
        <p:spPr/>
        <p:txBody>
          <a:bodyPr/>
          <a:lstStyle/>
          <a:p>
            <a:fld id="{FE7E3940-CA92-4FEE-A698-62CF7BC5AC36}" type="datetimeFigureOut">
              <a:rPr lang="en-US" dirty="0"/>
              <a:t>4/23/2026</a:t>
            </a:fld>
            <a:endParaRPr lang="en-US" dirty="0"/>
          </a:p>
        </p:txBody>
      </p:sp>
      <p:sp>
        <p:nvSpPr>
          <p:cNvPr id="5" name="Footer Placeholder 4">
            <a:extLst>
              <a:ext uri="{FF2B5EF4-FFF2-40B4-BE49-F238E27FC236}">
                <a16:creationId xmlns:a16="http://schemas.microsoft.com/office/drawing/2014/main" id="{E5FAB243-BB42-966A-4708-15C9B11D6885}"/>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D5C3A3BD-2CC5-03D3-4CD6-E31A55BA2D23}"/>
              </a:ext>
            </a:extLst>
          </p:cNvPr>
          <p:cNvSpPr>
            <a:spLocks noGrp="1"/>
          </p:cNvSpPr>
          <p:nvPr>
            <p:ph type="sldNum" sz="quarter" idx="12"/>
          </p:nvPr>
        </p:nvSpPr>
        <p:spPr/>
        <p:txBody>
          <a:bodyPr/>
          <a:lstStyle/>
          <a:p>
            <a:fld id="{5E4DE196-8A13-4FF7-A07E-102851959EAB}" type="slidenum">
              <a:rPr lang="en-US" dirty="0"/>
              <a:t>‹#›</a:t>
            </a:fld>
            <a:endParaRPr lang="en-US" dirty="0"/>
          </a:p>
        </p:txBody>
      </p:sp>
    </p:spTree>
    <p:extLst>
      <p:ext uri="{BB962C8B-B14F-4D97-AF65-F5344CB8AC3E}">
        <p14:creationId xmlns:p14="http://schemas.microsoft.com/office/powerpoint/2010/main" val="3299378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2D8633-AC3B-E617-1C54-84932DDD72E5}"/>
              </a:ext>
            </a:extLst>
          </p:cNvPr>
          <p:cNvSpPr>
            <a:spLocks noGrp="1"/>
          </p:cNvSpPr>
          <p:nvPr>
            <p:ph type="title"/>
          </p:nvPr>
        </p:nvSpPr>
        <p:spPr>
          <a:xfrm>
            <a:off x="1474236" y="1514688"/>
            <a:ext cx="8584164" cy="3138875"/>
          </a:xfrm>
        </p:spPr>
        <p:txBody>
          <a:bodyPr anchor="b">
            <a:normAutofit/>
          </a:bodyPr>
          <a:lstStyle>
            <a:lvl1pPr>
              <a:defRPr sz="3600" cap="all" spc="300" baseline="0"/>
            </a:lvl1pPr>
          </a:lstStyle>
          <a:p>
            <a:r>
              <a:rPr lang="en-US" dirty="0"/>
              <a:t>Click to edit Master title style</a:t>
            </a:r>
          </a:p>
        </p:txBody>
      </p:sp>
      <p:sp>
        <p:nvSpPr>
          <p:cNvPr id="3" name="Text Placeholder 2">
            <a:extLst>
              <a:ext uri="{FF2B5EF4-FFF2-40B4-BE49-F238E27FC236}">
                <a16:creationId xmlns:a16="http://schemas.microsoft.com/office/drawing/2014/main" id="{CF68C242-ECAB-AEC3-7E9B-F9854AF31CD2}"/>
              </a:ext>
            </a:extLst>
          </p:cNvPr>
          <p:cNvSpPr>
            <a:spLocks noGrp="1"/>
          </p:cNvSpPr>
          <p:nvPr>
            <p:ph type="body" idx="1"/>
          </p:nvPr>
        </p:nvSpPr>
        <p:spPr>
          <a:xfrm>
            <a:off x="1474236" y="4963885"/>
            <a:ext cx="8584165" cy="1125765"/>
          </a:xfrm>
        </p:spPr>
        <p:txBody>
          <a:bodyPr>
            <a:normAutofit/>
          </a:bodyPr>
          <a:lstStyle>
            <a:lvl1pPr marL="0" indent="0">
              <a:buNone/>
              <a:defRPr sz="1600" cap="all" spc="300" baseline="0">
                <a:solidFill>
                  <a:schemeClr val="tx2"/>
                </a:solidFill>
              </a:defRPr>
            </a:lvl1pPr>
            <a:lvl2pPr marL="457200" indent="0">
              <a:buNone/>
              <a:defRPr sz="1600">
                <a:solidFill>
                  <a:schemeClr val="tx1">
                    <a:tint val="82000"/>
                  </a:schemeClr>
                </a:solidFill>
              </a:defRPr>
            </a:lvl2pPr>
            <a:lvl3pPr marL="914400" indent="0">
              <a:buNone/>
              <a:defRPr sz="16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120D9B82-EEF4-2CD7-61FE-BAFB2B96D641}"/>
              </a:ext>
            </a:extLst>
          </p:cNvPr>
          <p:cNvSpPr>
            <a:spLocks noGrp="1"/>
          </p:cNvSpPr>
          <p:nvPr>
            <p:ph type="dt" sz="half" idx="10"/>
          </p:nvPr>
        </p:nvSpPr>
        <p:spPr/>
        <p:txBody>
          <a:bodyPr/>
          <a:lstStyle/>
          <a:p>
            <a:fld id="{E33CD641-6C35-45D1-9313-2719E9EA8AD8}" type="datetimeFigureOut">
              <a:rPr lang="en-US" dirty="0"/>
              <a:t>4/23/2026</a:t>
            </a:fld>
            <a:endParaRPr lang="en-US" dirty="0"/>
          </a:p>
        </p:txBody>
      </p:sp>
      <p:sp>
        <p:nvSpPr>
          <p:cNvPr id="5" name="Footer Placeholder 4">
            <a:extLst>
              <a:ext uri="{FF2B5EF4-FFF2-40B4-BE49-F238E27FC236}">
                <a16:creationId xmlns:a16="http://schemas.microsoft.com/office/drawing/2014/main" id="{59A222B6-F7A8-70A5-B023-FCAD5D7C4BB1}"/>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4E85D758-2E38-8A8D-75BC-667F6A23B95B}"/>
              </a:ext>
            </a:extLst>
          </p:cNvPr>
          <p:cNvSpPr>
            <a:spLocks noGrp="1"/>
          </p:cNvSpPr>
          <p:nvPr>
            <p:ph type="sldNum" sz="quarter" idx="12"/>
          </p:nvPr>
        </p:nvSpPr>
        <p:spPr/>
        <p:txBody>
          <a:bodyPr/>
          <a:lstStyle/>
          <a:p>
            <a:fld id="{5E4DE196-8A13-4FF7-A07E-102851959EAB}" type="slidenum">
              <a:rPr lang="en-US" dirty="0"/>
              <a:t>‹#›</a:t>
            </a:fld>
            <a:endParaRPr lang="en-US" dirty="0"/>
          </a:p>
        </p:txBody>
      </p:sp>
    </p:spTree>
    <p:extLst>
      <p:ext uri="{BB962C8B-B14F-4D97-AF65-F5344CB8AC3E}">
        <p14:creationId xmlns:p14="http://schemas.microsoft.com/office/powerpoint/2010/main" val="40621195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F60DFF-11BD-F5F4-35D4-1986ABBD3675}"/>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8C5D1279-E9A9-702E-144D-61114B788E88}"/>
              </a:ext>
            </a:extLst>
          </p:cNvPr>
          <p:cNvSpPr>
            <a:spLocks noGrp="1"/>
          </p:cNvSpPr>
          <p:nvPr>
            <p:ph sz="half" idx="1"/>
          </p:nvPr>
        </p:nvSpPr>
        <p:spPr>
          <a:xfrm>
            <a:off x="877824" y="2159175"/>
            <a:ext cx="4977453" cy="401778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1584E624-7A76-56EC-FA0D-E2AA8EF9B951}"/>
              </a:ext>
            </a:extLst>
          </p:cNvPr>
          <p:cNvSpPr>
            <a:spLocks noGrp="1"/>
          </p:cNvSpPr>
          <p:nvPr>
            <p:ph sz="half" idx="2"/>
          </p:nvPr>
        </p:nvSpPr>
        <p:spPr>
          <a:xfrm>
            <a:off x="6328391" y="2159175"/>
            <a:ext cx="4985785" cy="401778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99D7DF5-30AD-AE47-D516-5CEE82770734}"/>
              </a:ext>
            </a:extLst>
          </p:cNvPr>
          <p:cNvSpPr>
            <a:spLocks noGrp="1"/>
          </p:cNvSpPr>
          <p:nvPr>
            <p:ph type="dt" sz="half" idx="10"/>
          </p:nvPr>
        </p:nvSpPr>
        <p:spPr/>
        <p:txBody>
          <a:bodyPr/>
          <a:lstStyle/>
          <a:p>
            <a:fld id="{35301268-3A74-4110-8F08-063DFB8BB885}" type="datetimeFigureOut">
              <a:rPr lang="en-US" dirty="0"/>
              <a:t>4/23/2026</a:t>
            </a:fld>
            <a:endParaRPr lang="en-US" dirty="0"/>
          </a:p>
        </p:txBody>
      </p:sp>
      <p:sp>
        <p:nvSpPr>
          <p:cNvPr id="6" name="Footer Placeholder 5">
            <a:extLst>
              <a:ext uri="{FF2B5EF4-FFF2-40B4-BE49-F238E27FC236}">
                <a16:creationId xmlns:a16="http://schemas.microsoft.com/office/drawing/2014/main" id="{8B05C503-B649-B083-6341-F6E376AF8C72}"/>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1E53EA35-CF5A-DB36-8B14-5C184B6F14D3}"/>
              </a:ext>
            </a:extLst>
          </p:cNvPr>
          <p:cNvSpPr>
            <a:spLocks noGrp="1"/>
          </p:cNvSpPr>
          <p:nvPr>
            <p:ph type="sldNum" sz="quarter" idx="12"/>
          </p:nvPr>
        </p:nvSpPr>
        <p:spPr/>
        <p:txBody>
          <a:bodyPr/>
          <a:lstStyle/>
          <a:p>
            <a:fld id="{5E4DE196-8A13-4FF7-A07E-102851959EAB}" type="slidenum">
              <a:rPr lang="en-US" dirty="0"/>
              <a:t>‹#›</a:t>
            </a:fld>
            <a:endParaRPr lang="en-US" dirty="0"/>
          </a:p>
        </p:txBody>
      </p:sp>
    </p:spTree>
    <p:extLst>
      <p:ext uri="{BB962C8B-B14F-4D97-AF65-F5344CB8AC3E}">
        <p14:creationId xmlns:p14="http://schemas.microsoft.com/office/powerpoint/2010/main" val="26683363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BA3D8-FDD9-329B-BCC6-BBF47F01BEE2}"/>
              </a:ext>
            </a:extLst>
          </p:cNvPr>
          <p:cNvSpPr>
            <a:spLocks noGrp="1"/>
          </p:cNvSpPr>
          <p:nvPr>
            <p:ph type="title"/>
          </p:nvPr>
        </p:nvSpPr>
        <p:spPr>
          <a:xfrm>
            <a:off x="881348" y="602671"/>
            <a:ext cx="10429303" cy="768928"/>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82EEF7DC-0699-CB3C-A7CB-39035D89A4A5}"/>
              </a:ext>
            </a:extLst>
          </p:cNvPr>
          <p:cNvSpPr>
            <a:spLocks noGrp="1"/>
          </p:cNvSpPr>
          <p:nvPr>
            <p:ph type="body" idx="1"/>
          </p:nvPr>
        </p:nvSpPr>
        <p:spPr>
          <a:xfrm>
            <a:off x="881349" y="1696325"/>
            <a:ext cx="4963538" cy="647700"/>
          </a:xfrm>
        </p:spPr>
        <p:txBody>
          <a:bodyPr anchor="b">
            <a:noAutofit/>
          </a:bodyPr>
          <a:lstStyle>
            <a:lvl1pPr marL="0" indent="0">
              <a:buNone/>
              <a:defRPr sz="1400" b="1" cap="all" spc="300" baseline="0"/>
            </a:lvl1pPr>
            <a:lvl2pPr marL="457200" indent="0">
              <a:buNone/>
              <a:defRPr sz="1400" b="1"/>
            </a:lvl2pPr>
            <a:lvl3pPr marL="914400" indent="0">
              <a:buNone/>
              <a:defRPr sz="1400" b="1"/>
            </a:lvl3pPr>
            <a:lvl4pPr marL="1371600" indent="0">
              <a:buNone/>
              <a:defRPr sz="1400" b="1"/>
            </a:lvl4pPr>
            <a:lvl5pPr marL="1828800" indent="0">
              <a:buNone/>
              <a:defRPr sz="1400" b="1"/>
            </a:lvl5pPr>
            <a:lvl6pPr marL="2286000" indent="0">
              <a:buNone/>
              <a:defRPr sz="1400" b="1"/>
            </a:lvl6pPr>
            <a:lvl7pPr marL="2743200" indent="0">
              <a:buNone/>
              <a:defRPr sz="1400" b="1"/>
            </a:lvl7pPr>
            <a:lvl8pPr marL="3200400" indent="0">
              <a:buNone/>
              <a:defRPr sz="1400" b="1"/>
            </a:lvl8pPr>
            <a:lvl9pPr marL="3657600" indent="0">
              <a:buNone/>
              <a:defRPr sz="14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D252EB40-99E1-CCA4-BAFA-F51AA56CF295}"/>
              </a:ext>
            </a:extLst>
          </p:cNvPr>
          <p:cNvSpPr>
            <a:spLocks noGrp="1"/>
          </p:cNvSpPr>
          <p:nvPr>
            <p:ph sz="half" idx="2"/>
          </p:nvPr>
        </p:nvSpPr>
        <p:spPr>
          <a:xfrm>
            <a:off x="881349" y="2344025"/>
            <a:ext cx="4963538" cy="383337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038979BC-6B50-751D-D569-F360938B05C8}"/>
              </a:ext>
            </a:extLst>
          </p:cNvPr>
          <p:cNvSpPr>
            <a:spLocks noGrp="1"/>
          </p:cNvSpPr>
          <p:nvPr>
            <p:ph type="body" sz="quarter" idx="3"/>
          </p:nvPr>
        </p:nvSpPr>
        <p:spPr>
          <a:xfrm>
            <a:off x="6322669" y="1696325"/>
            <a:ext cx="4987982" cy="647700"/>
          </a:xfrm>
        </p:spPr>
        <p:txBody>
          <a:bodyPr anchor="b">
            <a:noAutofit/>
          </a:bodyPr>
          <a:lstStyle>
            <a:lvl1pPr marL="0" indent="0">
              <a:buNone/>
              <a:defRPr sz="1400" b="1" cap="all" spc="300" baseline="0"/>
            </a:lvl1pPr>
            <a:lvl2pPr marL="457200" indent="0">
              <a:buNone/>
              <a:defRPr sz="1400" b="1"/>
            </a:lvl2pPr>
            <a:lvl3pPr marL="914400" indent="0">
              <a:buNone/>
              <a:defRPr sz="1400" b="1"/>
            </a:lvl3pPr>
            <a:lvl4pPr marL="1371600" indent="0">
              <a:buNone/>
              <a:defRPr sz="1400" b="1"/>
            </a:lvl4pPr>
            <a:lvl5pPr marL="1828800" indent="0">
              <a:buNone/>
              <a:defRPr sz="1400" b="1"/>
            </a:lvl5pPr>
            <a:lvl6pPr marL="2286000" indent="0">
              <a:buNone/>
              <a:defRPr sz="1400" b="1"/>
            </a:lvl6pPr>
            <a:lvl7pPr marL="2743200" indent="0">
              <a:buNone/>
              <a:defRPr sz="1400" b="1"/>
            </a:lvl7pPr>
            <a:lvl8pPr marL="3200400" indent="0">
              <a:buNone/>
              <a:defRPr sz="1400" b="1"/>
            </a:lvl8pPr>
            <a:lvl9pPr marL="3657600" indent="0">
              <a:buNone/>
              <a:defRPr sz="14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84A3A26F-230E-2D25-6BDC-6ECA00FAEFD5}"/>
              </a:ext>
            </a:extLst>
          </p:cNvPr>
          <p:cNvSpPr>
            <a:spLocks noGrp="1"/>
          </p:cNvSpPr>
          <p:nvPr>
            <p:ph sz="quarter" idx="4"/>
          </p:nvPr>
        </p:nvSpPr>
        <p:spPr>
          <a:xfrm>
            <a:off x="6322669" y="2344025"/>
            <a:ext cx="4987982" cy="383337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48182A01-DE7C-3BA4-96FF-CDEF2F608FCA}"/>
              </a:ext>
            </a:extLst>
          </p:cNvPr>
          <p:cNvSpPr>
            <a:spLocks noGrp="1"/>
          </p:cNvSpPr>
          <p:nvPr>
            <p:ph type="dt" sz="half" idx="10"/>
          </p:nvPr>
        </p:nvSpPr>
        <p:spPr/>
        <p:txBody>
          <a:bodyPr/>
          <a:lstStyle/>
          <a:p>
            <a:fld id="{BF91C1AF-C1FB-48A7-98B4-E595E63F6614}" type="datetimeFigureOut">
              <a:rPr lang="en-US" dirty="0"/>
              <a:t>4/23/2026</a:t>
            </a:fld>
            <a:endParaRPr lang="en-US" dirty="0"/>
          </a:p>
        </p:txBody>
      </p:sp>
      <p:sp>
        <p:nvSpPr>
          <p:cNvPr id="8" name="Footer Placeholder 7">
            <a:extLst>
              <a:ext uri="{FF2B5EF4-FFF2-40B4-BE49-F238E27FC236}">
                <a16:creationId xmlns:a16="http://schemas.microsoft.com/office/drawing/2014/main" id="{6FCAA828-0166-8ECD-BCE8-654BEFDD7155}"/>
              </a:ext>
            </a:extLst>
          </p:cNvPr>
          <p:cNvSpPr>
            <a:spLocks noGrp="1"/>
          </p:cNvSpPr>
          <p:nvPr>
            <p:ph type="ftr" sz="quarter" idx="11"/>
          </p:nvPr>
        </p:nvSpPr>
        <p:spPr/>
        <p:txBody>
          <a:bodyPr/>
          <a:lstStyle/>
          <a:p>
            <a:r>
              <a:rPr lang="en-US" dirty="0"/>
              <a:t>
              </a:t>
            </a:r>
          </a:p>
        </p:txBody>
      </p:sp>
      <p:sp>
        <p:nvSpPr>
          <p:cNvPr id="9" name="Slide Number Placeholder 8">
            <a:extLst>
              <a:ext uri="{FF2B5EF4-FFF2-40B4-BE49-F238E27FC236}">
                <a16:creationId xmlns:a16="http://schemas.microsoft.com/office/drawing/2014/main" id="{7690C0D2-459A-04AA-FD90-7687D2FE8A9D}"/>
              </a:ext>
            </a:extLst>
          </p:cNvPr>
          <p:cNvSpPr>
            <a:spLocks noGrp="1"/>
          </p:cNvSpPr>
          <p:nvPr>
            <p:ph type="sldNum" sz="quarter" idx="12"/>
          </p:nvPr>
        </p:nvSpPr>
        <p:spPr/>
        <p:txBody>
          <a:bodyPr/>
          <a:lstStyle/>
          <a:p>
            <a:fld id="{5E4DE196-8A13-4FF7-A07E-102851959EAB}" type="slidenum">
              <a:rPr lang="en-US" dirty="0"/>
              <a:t>‹#›</a:t>
            </a:fld>
            <a:endParaRPr lang="en-US" dirty="0"/>
          </a:p>
        </p:txBody>
      </p:sp>
    </p:spTree>
    <p:extLst>
      <p:ext uri="{BB962C8B-B14F-4D97-AF65-F5344CB8AC3E}">
        <p14:creationId xmlns:p14="http://schemas.microsoft.com/office/powerpoint/2010/main" val="29326371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0D549F-FA71-857F-E02E-3CB63CE683E2}"/>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6F569611-F911-D3D4-B613-ACCDA56C45D2}"/>
              </a:ext>
            </a:extLst>
          </p:cNvPr>
          <p:cNvSpPr>
            <a:spLocks noGrp="1"/>
          </p:cNvSpPr>
          <p:nvPr>
            <p:ph type="dt" sz="half" idx="10"/>
          </p:nvPr>
        </p:nvSpPr>
        <p:spPr/>
        <p:txBody>
          <a:bodyPr/>
          <a:lstStyle/>
          <a:p>
            <a:fld id="{97144C44-5F8C-4BEA-BBCE-8694F126DC43}" type="datetimeFigureOut">
              <a:rPr lang="en-US" dirty="0"/>
              <a:t>4/23/2026</a:t>
            </a:fld>
            <a:endParaRPr lang="en-US" dirty="0"/>
          </a:p>
        </p:txBody>
      </p:sp>
      <p:sp>
        <p:nvSpPr>
          <p:cNvPr id="4" name="Footer Placeholder 3">
            <a:extLst>
              <a:ext uri="{FF2B5EF4-FFF2-40B4-BE49-F238E27FC236}">
                <a16:creationId xmlns:a16="http://schemas.microsoft.com/office/drawing/2014/main" id="{F6EA1961-0B6B-8FEB-F2CB-C42E90EF2DFD}"/>
              </a:ext>
            </a:extLst>
          </p:cNvPr>
          <p:cNvSpPr>
            <a:spLocks noGrp="1"/>
          </p:cNvSpPr>
          <p:nvPr>
            <p:ph type="ftr" sz="quarter" idx="11"/>
          </p:nvPr>
        </p:nvSpPr>
        <p:spPr/>
        <p:txBody>
          <a:bodyPr/>
          <a:lstStyle/>
          <a:p>
            <a:r>
              <a:rPr lang="en-US" dirty="0"/>
              <a:t>
              </a:t>
            </a:r>
          </a:p>
        </p:txBody>
      </p:sp>
      <p:sp>
        <p:nvSpPr>
          <p:cNvPr id="5" name="Slide Number Placeholder 4">
            <a:extLst>
              <a:ext uri="{FF2B5EF4-FFF2-40B4-BE49-F238E27FC236}">
                <a16:creationId xmlns:a16="http://schemas.microsoft.com/office/drawing/2014/main" id="{F42AA80E-3139-9F1B-9C3E-2A76628CF4F8}"/>
              </a:ext>
            </a:extLst>
          </p:cNvPr>
          <p:cNvSpPr>
            <a:spLocks noGrp="1"/>
          </p:cNvSpPr>
          <p:nvPr>
            <p:ph type="sldNum" sz="quarter" idx="12"/>
          </p:nvPr>
        </p:nvSpPr>
        <p:spPr/>
        <p:txBody>
          <a:bodyPr/>
          <a:lstStyle/>
          <a:p>
            <a:fld id="{5E4DE196-8A13-4FF7-A07E-102851959EAB}" type="slidenum">
              <a:rPr lang="en-US" dirty="0"/>
              <a:t>‹#›</a:t>
            </a:fld>
            <a:endParaRPr lang="en-US" dirty="0"/>
          </a:p>
        </p:txBody>
      </p:sp>
    </p:spTree>
    <p:extLst>
      <p:ext uri="{BB962C8B-B14F-4D97-AF65-F5344CB8AC3E}">
        <p14:creationId xmlns:p14="http://schemas.microsoft.com/office/powerpoint/2010/main" val="9575331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AF54789-9F96-511A-0FB6-24F6A8418C72}"/>
              </a:ext>
            </a:extLst>
          </p:cNvPr>
          <p:cNvSpPr>
            <a:spLocks noGrp="1"/>
          </p:cNvSpPr>
          <p:nvPr>
            <p:ph type="dt" sz="half" idx="10"/>
          </p:nvPr>
        </p:nvSpPr>
        <p:spPr/>
        <p:txBody>
          <a:bodyPr/>
          <a:lstStyle/>
          <a:p>
            <a:fld id="{039E56F9-C8F2-4EF7-8042-704C94FF2795}" type="datetimeFigureOut">
              <a:rPr lang="en-US" dirty="0"/>
              <a:t>4/23/2026</a:t>
            </a:fld>
            <a:endParaRPr lang="en-US" dirty="0"/>
          </a:p>
        </p:txBody>
      </p:sp>
      <p:sp>
        <p:nvSpPr>
          <p:cNvPr id="3" name="Footer Placeholder 2">
            <a:extLst>
              <a:ext uri="{FF2B5EF4-FFF2-40B4-BE49-F238E27FC236}">
                <a16:creationId xmlns:a16="http://schemas.microsoft.com/office/drawing/2014/main" id="{8B780399-ADEF-8F74-9F59-6AD804C9393E}"/>
              </a:ext>
            </a:extLst>
          </p:cNvPr>
          <p:cNvSpPr>
            <a:spLocks noGrp="1"/>
          </p:cNvSpPr>
          <p:nvPr>
            <p:ph type="ftr" sz="quarter" idx="11"/>
          </p:nvPr>
        </p:nvSpPr>
        <p:spPr/>
        <p:txBody>
          <a:bodyPr/>
          <a:lstStyle/>
          <a:p>
            <a:r>
              <a:rPr lang="en-US" dirty="0"/>
              <a:t>
              </a:t>
            </a:r>
          </a:p>
        </p:txBody>
      </p:sp>
      <p:sp>
        <p:nvSpPr>
          <p:cNvPr id="4" name="Slide Number Placeholder 3">
            <a:extLst>
              <a:ext uri="{FF2B5EF4-FFF2-40B4-BE49-F238E27FC236}">
                <a16:creationId xmlns:a16="http://schemas.microsoft.com/office/drawing/2014/main" id="{95B6A34F-ABAB-9C4E-38A1-C6EEB944B97C}"/>
              </a:ext>
            </a:extLst>
          </p:cNvPr>
          <p:cNvSpPr>
            <a:spLocks noGrp="1"/>
          </p:cNvSpPr>
          <p:nvPr>
            <p:ph type="sldNum" sz="quarter" idx="12"/>
          </p:nvPr>
        </p:nvSpPr>
        <p:spPr/>
        <p:txBody>
          <a:bodyPr/>
          <a:lstStyle/>
          <a:p>
            <a:fld id="{5E4DE196-8A13-4FF7-A07E-102851959EAB}" type="slidenum">
              <a:rPr lang="en-US" dirty="0"/>
              <a:t>‹#›</a:t>
            </a:fld>
            <a:endParaRPr lang="en-US" dirty="0"/>
          </a:p>
        </p:txBody>
      </p:sp>
    </p:spTree>
    <p:extLst>
      <p:ext uri="{BB962C8B-B14F-4D97-AF65-F5344CB8AC3E}">
        <p14:creationId xmlns:p14="http://schemas.microsoft.com/office/powerpoint/2010/main" val="14751967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FE3917-2BF6-1CE2-F34B-49F0D09A1B91}"/>
              </a:ext>
            </a:extLst>
          </p:cNvPr>
          <p:cNvSpPr>
            <a:spLocks noGrp="1"/>
          </p:cNvSpPr>
          <p:nvPr>
            <p:ph type="title"/>
          </p:nvPr>
        </p:nvSpPr>
        <p:spPr>
          <a:xfrm>
            <a:off x="839788" y="807868"/>
            <a:ext cx="3640713" cy="2062594"/>
          </a:xfrm>
        </p:spPr>
        <p:txBody>
          <a:bodyPr anchor="t">
            <a:normAutofit/>
          </a:bodyPr>
          <a:lstStyle>
            <a:lvl1pPr>
              <a:defRPr sz="2800"/>
            </a:lvl1pPr>
          </a:lstStyle>
          <a:p>
            <a:r>
              <a:rPr lang="en-US" dirty="0"/>
              <a:t>Click to edit Master title style</a:t>
            </a:r>
          </a:p>
        </p:txBody>
      </p:sp>
      <p:sp>
        <p:nvSpPr>
          <p:cNvPr id="3" name="Content Placeholder 2">
            <a:extLst>
              <a:ext uri="{FF2B5EF4-FFF2-40B4-BE49-F238E27FC236}">
                <a16:creationId xmlns:a16="http://schemas.microsoft.com/office/drawing/2014/main" id="{40815B8F-A9F3-8583-FFF1-175021F17AF0}"/>
              </a:ext>
            </a:extLst>
          </p:cNvPr>
          <p:cNvSpPr>
            <a:spLocks noGrp="1"/>
          </p:cNvSpPr>
          <p:nvPr>
            <p:ph idx="1"/>
          </p:nvPr>
        </p:nvSpPr>
        <p:spPr>
          <a:xfrm>
            <a:off x="5432898" y="807867"/>
            <a:ext cx="5922489" cy="5053183"/>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C5D90AFF-A949-CE9E-6B94-C1B619612915}"/>
              </a:ext>
            </a:extLst>
          </p:cNvPr>
          <p:cNvSpPr>
            <a:spLocks noGrp="1"/>
          </p:cNvSpPr>
          <p:nvPr>
            <p:ph type="body" sz="half" idx="2"/>
          </p:nvPr>
        </p:nvSpPr>
        <p:spPr>
          <a:xfrm>
            <a:off x="839788" y="3000652"/>
            <a:ext cx="3640713" cy="2868336"/>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DA95267E-088F-FB9A-9469-551890F29F01}"/>
              </a:ext>
            </a:extLst>
          </p:cNvPr>
          <p:cNvSpPr>
            <a:spLocks noGrp="1"/>
          </p:cNvSpPr>
          <p:nvPr>
            <p:ph type="dt" sz="half" idx="10"/>
          </p:nvPr>
        </p:nvSpPr>
        <p:spPr/>
        <p:txBody>
          <a:bodyPr/>
          <a:lstStyle/>
          <a:p>
            <a:fld id="{4F6932DF-953D-44BD-83F8-5D8DA76EA12A}" type="datetimeFigureOut">
              <a:rPr lang="en-US" dirty="0"/>
              <a:t>4/23/2026</a:t>
            </a:fld>
            <a:endParaRPr lang="en-US" dirty="0"/>
          </a:p>
        </p:txBody>
      </p:sp>
      <p:sp>
        <p:nvSpPr>
          <p:cNvPr id="6" name="Footer Placeholder 5">
            <a:extLst>
              <a:ext uri="{FF2B5EF4-FFF2-40B4-BE49-F238E27FC236}">
                <a16:creationId xmlns:a16="http://schemas.microsoft.com/office/drawing/2014/main" id="{38EA3FFC-B3A6-C0B6-5DAE-70BE0D6FBD69}"/>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B108D35F-BC2E-8D14-060F-449CBAF7C0D2}"/>
              </a:ext>
            </a:extLst>
          </p:cNvPr>
          <p:cNvSpPr>
            <a:spLocks noGrp="1"/>
          </p:cNvSpPr>
          <p:nvPr>
            <p:ph type="sldNum" sz="quarter" idx="12"/>
          </p:nvPr>
        </p:nvSpPr>
        <p:spPr/>
        <p:txBody>
          <a:bodyPr/>
          <a:lstStyle/>
          <a:p>
            <a:fld id="{5E4DE196-8A13-4FF7-A07E-102851959EAB}" type="slidenum">
              <a:rPr lang="en-US" dirty="0"/>
              <a:t>‹#›</a:t>
            </a:fld>
            <a:endParaRPr lang="en-US" dirty="0"/>
          </a:p>
        </p:txBody>
      </p:sp>
    </p:spTree>
    <p:extLst>
      <p:ext uri="{BB962C8B-B14F-4D97-AF65-F5344CB8AC3E}">
        <p14:creationId xmlns:p14="http://schemas.microsoft.com/office/powerpoint/2010/main" val="3337539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909ED-ED97-A3CE-5569-77B45F41450A}"/>
              </a:ext>
            </a:extLst>
          </p:cNvPr>
          <p:cNvSpPr>
            <a:spLocks noGrp="1"/>
          </p:cNvSpPr>
          <p:nvPr>
            <p:ph type="title"/>
          </p:nvPr>
        </p:nvSpPr>
        <p:spPr>
          <a:xfrm>
            <a:off x="839788" y="820881"/>
            <a:ext cx="3639312" cy="2062595"/>
          </a:xfrm>
        </p:spPr>
        <p:txBody>
          <a:bodyPr anchor="t">
            <a:normAutofit/>
          </a:bodyPr>
          <a:lstStyle>
            <a:lvl1pPr>
              <a:defRPr sz="2800"/>
            </a:lvl1pPr>
          </a:lstStyle>
          <a:p>
            <a:r>
              <a:rPr lang="en-US" dirty="0"/>
              <a:t>Click to edit Master title style</a:t>
            </a:r>
          </a:p>
        </p:txBody>
      </p:sp>
      <p:sp>
        <p:nvSpPr>
          <p:cNvPr id="3" name="Picture Placeholder 2">
            <a:extLst>
              <a:ext uri="{FF2B5EF4-FFF2-40B4-BE49-F238E27FC236}">
                <a16:creationId xmlns:a16="http://schemas.microsoft.com/office/drawing/2014/main" id="{0683BB3A-9E24-DE4C-9619-1502F1B6F389}"/>
              </a:ext>
            </a:extLst>
          </p:cNvPr>
          <p:cNvSpPr>
            <a:spLocks noGrp="1" noChangeAspect="1"/>
          </p:cNvSpPr>
          <p:nvPr>
            <p:ph type="pic" idx="1"/>
          </p:nvPr>
        </p:nvSpPr>
        <p:spPr>
          <a:xfrm>
            <a:off x="5247408" y="919595"/>
            <a:ext cx="6107979" cy="5013614"/>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94B4CE1F-29E0-88BB-8489-E58236B8B17B}"/>
              </a:ext>
            </a:extLst>
          </p:cNvPr>
          <p:cNvSpPr>
            <a:spLocks noGrp="1"/>
          </p:cNvSpPr>
          <p:nvPr>
            <p:ph type="body" sz="half" idx="2"/>
          </p:nvPr>
        </p:nvSpPr>
        <p:spPr>
          <a:xfrm>
            <a:off x="839788" y="3000652"/>
            <a:ext cx="3643889" cy="2868336"/>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724B7212-6816-FFD1-50B2-58844AD38E26}"/>
              </a:ext>
            </a:extLst>
          </p:cNvPr>
          <p:cNvSpPr>
            <a:spLocks noGrp="1"/>
          </p:cNvSpPr>
          <p:nvPr>
            <p:ph type="dt" sz="half" idx="10"/>
          </p:nvPr>
        </p:nvSpPr>
        <p:spPr/>
        <p:txBody>
          <a:bodyPr/>
          <a:lstStyle/>
          <a:p>
            <a:fld id="{352F326D-65F4-4B2F-9A62-9E4BD9402C47}" type="datetimeFigureOut">
              <a:rPr lang="en-US" dirty="0"/>
              <a:t>4/23/2026</a:t>
            </a:fld>
            <a:endParaRPr lang="en-US" dirty="0"/>
          </a:p>
        </p:txBody>
      </p:sp>
      <p:sp>
        <p:nvSpPr>
          <p:cNvPr id="6" name="Footer Placeholder 5">
            <a:extLst>
              <a:ext uri="{FF2B5EF4-FFF2-40B4-BE49-F238E27FC236}">
                <a16:creationId xmlns:a16="http://schemas.microsoft.com/office/drawing/2014/main" id="{A2417744-5A24-B7B7-5FD6-E98E60832F27}"/>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14CDA4D1-A71D-A7A6-3D0C-294E5D280BE8}"/>
              </a:ext>
            </a:extLst>
          </p:cNvPr>
          <p:cNvSpPr>
            <a:spLocks noGrp="1"/>
          </p:cNvSpPr>
          <p:nvPr>
            <p:ph type="sldNum" sz="quarter" idx="12"/>
          </p:nvPr>
        </p:nvSpPr>
        <p:spPr/>
        <p:txBody>
          <a:bodyPr/>
          <a:lstStyle/>
          <a:p>
            <a:fld id="{5E4DE196-8A13-4FF7-A07E-102851959EAB}" type="slidenum">
              <a:rPr lang="en-US" dirty="0"/>
              <a:t>‹#›</a:t>
            </a:fld>
            <a:endParaRPr lang="en-US" dirty="0"/>
          </a:p>
        </p:txBody>
      </p:sp>
    </p:spTree>
    <p:extLst>
      <p:ext uri="{BB962C8B-B14F-4D97-AF65-F5344CB8AC3E}">
        <p14:creationId xmlns:p14="http://schemas.microsoft.com/office/powerpoint/2010/main" val="33159191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990AE-F72C-4C2E-E2D0-7A8D7EEF08C1}"/>
              </a:ext>
            </a:extLst>
          </p:cNvPr>
          <p:cNvSpPr>
            <a:spLocks noGrp="1"/>
          </p:cNvSpPr>
          <p:nvPr>
            <p:ph type="title"/>
          </p:nvPr>
        </p:nvSpPr>
        <p:spPr/>
        <p:txBody>
          <a:bodyPr/>
          <a:lstStyle/>
          <a:p>
            <a:r>
              <a:rPr lang="en-US" dirty="0"/>
              <a:t>Click to edit Master title style</a:t>
            </a:r>
          </a:p>
        </p:txBody>
      </p:sp>
      <p:sp>
        <p:nvSpPr>
          <p:cNvPr id="3" name="Vertical Text Placeholder 2">
            <a:extLst>
              <a:ext uri="{FF2B5EF4-FFF2-40B4-BE49-F238E27FC236}">
                <a16:creationId xmlns:a16="http://schemas.microsoft.com/office/drawing/2014/main" id="{1F41B46D-142E-8C8E-C4F4-B6B1586A6FD0}"/>
              </a:ext>
            </a:extLst>
          </p:cNvPr>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954D92E3-36AD-2615-0166-6B73C34F10FA}"/>
              </a:ext>
            </a:extLst>
          </p:cNvPr>
          <p:cNvSpPr>
            <a:spLocks noGrp="1"/>
          </p:cNvSpPr>
          <p:nvPr>
            <p:ph type="dt" sz="half" idx="10"/>
          </p:nvPr>
        </p:nvSpPr>
        <p:spPr/>
        <p:txBody>
          <a:bodyPr/>
          <a:lstStyle/>
          <a:p>
            <a:fld id="{01742F6F-0846-489A-A4BC-61B476BE2887}" type="datetimeFigureOut">
              <a:rPr lang="en-US" dirty="0"/>
              <a:t>4/23/2026</a:t>
            </a:fld>
            <a:endParaRPr lang="en-US" dirty="0"/>
          </a:p>
        </p:txBody>
      </p:sp>
      <p:sp>
        <p:nvSpPr>
          <p:cNvPr id="5" name="Footer Placeholder 4">
            <a:extLst>
              <a:ext uri="{FF2B5EF4-FFF2-40B4-BE49-F238E27FC236}">
                <a16:creationId xmlns:a16="http://schemas.microsoft.com/office/drawing/2014/main" id="{F10BFB69-319D-2284-2734-217160D396D7}"/>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1A6883B0-C775-5BD2-8EC6-A41D19BCA156}"/>
              </a:ext>
            </a:extLst>
          </p:cNvPr>
          <p:cNvSpPr>
            <a:spLocks noGrp="1"/>
          </p:cNvSpPr>
          <p:nvPr>
            <p:ph type="sldNum" sz="quarter" idx="12"/>
          </p:nvPr>
        </p:nvSpPr>
        <p:spPr/>
        <p:txBody>
          <a:bodyPr/>
          <a:lstStyle/>
          <a:p>
            <a:fld id="{5E4DE196-8A13-4FF7-A07E-102851959EAB}" type="slidenum">
              <a:rPr lang="en-US" dirty="0"/>
              <a:t>‹#›</a:t>
            </a:fld>
            <a:endParaRPr lang="en-US" dirty="0"/>
          </a:p>
        </p:txBody>
      </p:sp>
    </p:spTree>
    <p:extLst>
      <p:ext uri="{BB962C8B-B14F-4D97-AF65-F5344CB8AC3E}">
        <p14:creationId xmlns:p14="http://schemas.microsoft.com/office/powerpoint/2010/main" val="16985153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9040463-6D41-8D45-088A-540B0D18838A}"/>
              </a:ext>
            </a:extLst>
          </p:cNvPr>
          <p:cNvSpPr>
            <a:spLocks noGrp="1"/>
          </p:cNvSpPr>
          <p:nvPr>
            <p:ph type="title" orient="vert"/>
          </p:nvPr>
        </p:nvSpPr>
        <p:spPr>
          <a:xfrm>
            <a:off x="8724900" y="592281"/>
            <a:ext cx="2628900" cy="5584681"/>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8B5F2276-7F04-F3F7-E3CE-F81C8DC637DC}"/>
              </a:ext>
            </a:extLst>
          </p:cNvPr>
          <p:cNvSpPr>
            <a:spLocks noGrp="1"/>
          </p:cNvSpPr>
          <p:nvPr>
            <p:ph type="body" orient="vert" idx="1"/>
          </p:nvPr>
        </p:nvSpPr>
        <p:spPr>
          <a:xfrm>
            <a:off x="838200" y="592281"/>
            <a:ext cx="7734300" cy="5584681"/>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71802BF-9E0C-3251-8FAE-81F07DB05344}"/>
              </a:ext>
            </a:extLst>
          </p:cNvPr>
          <p:cNvSpPr>
            <a:spLocks noGrp="1"/>
          </p:cNvSpPr>
          <p:nvPr>
            <p:ph type="dt" sz="half" idx="10"/>
          </p:nvPr>
        </p:nvSpPr>
        <p:spPr/>
        <p:txBody>
          <a:bodyPr/>
          <a:lstStyle/>
          <a:p>
            <a:fld id="{B229DF21-A340-467A-94AB-9502647BB771}" type="datetimeFigureOut">
              <a:rPr lang="en-US" dirty="0"/>
              <a:t>4/23/2026</a:t>
            </a:fld>
            <a:endParaRPr lang="en-US" dirty="0"/>
          </a:p>
        </p:txBody>
      </p:sp>
      <p:sp>
        <p:nvSpPr>
          <p:cNvPr id="5" name="Footer Placeholder 4">
            <a:extLst>
              <a:ext uri="{FF2B5EF4-FFF2-40B4-BE49-F238E27FC236}">
                <a16:creationId xmlns:a16="http://schemas.microsoft.com/office/drawing/2014/main" id="{329F1754-5B8F-A9FA-E8B1-06E04CE283D5}"/>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5F01E6A8-5139-ECD4-CC0C-32FFC6741000}"/>
              </a:ext>
            </a:extLst>
          </p:cNvPr>
          <p:cNvSpPr>
            <a:spLocks noGrp="1"/>
          </p:cNvSpPr>
          <p:nvPr>
            <p:ph type="sldNum" sz="quarter" idx="12"/>
          </p:nvPr>
        </p:nvSpPr>
        <p:spPr/>
        <p:txBody>
          <a:bodyPr/>
          <a:lstStyle/>
          <a:p>
            <a:fld id="{5E4DE196-8A13-4FF7-A07E-102851959EAB}" type="slidenum">
              <a:rPr lang="en-US" dirty="0"/>
              <a:t>‹#›</a:t>
            </a:fld>
            <a:endParaRPr lang="en-US" dirty="0"/>
          </a:p>
        </p:txBody>
      </p:sp>
    </p:spTree>
    <p:extLst>
      <p:ext uri="{BB962C8B-B14F-4D97-AF65-F5344CB8AC3E}">
        <p14:creationId xmlns:p14="http://schemas.microsoft.com/office/powerpoint/2010/main" val="10252254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5858A62-FE72-978B-BE71-05908D82E1A4}"/>
              </a:ext>
            </a:extLst>
          </p:cNvPr>
          <p:cNvSpPr/>
          <p:nvPr/>
        </p:nvSpPr>
        <p:spPr>
          <a:xfrm>
            <a:off x="0" y="0"/>
            <a:ext cx="12192000" cy="6860161"/>
          </a:xfrm>
          <a:prstGeom prst="rect">
            <a:avLst/>
          </a:prstGeom>
          <a:solidFill>
            <a:schemeClr val="bg2">
              <a:lumMod val="75000"/>
              <a:alpha val="15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sp>
      <p:sp>
        <p:nvSpPr>
          <p:cNvPr id="2" name="Title Placeholder 1">
            <a:extLst>
              <a:ext uri="{FF2B5EF4-FFF2-40B4-BE49-F238E27FC236}">
                <a16:creationId xmlns:a16="http://schemas.microsoft.com/office/drawing/2014/main" id="{5BFA14B7-4740-5D9F-6489-BAD00C3E0D68}"/>
              </a:ext>
            </a:extLst>
          </p:cNvPr>
          <p:cNvSpPr>
            <a:spLocks noGrp="1"/>
          </p:cNvSpPr>
          <p:nvPr>
            <p:ph type="title"/>
          </p:nvPr>
        </p:nvSpPr>
        <p:spPr>
          <a:xfrm>
            <a:off x="871108" y="588245"/>
            <a:ext cx="10449784" cy="1265928"/>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7790487F-803F-C5AF-BD93-39C0FC738963}"/>
              </a:ext>
            </a:extLst>
          </p:cNvPr>
          <p:cNvSpPr>
            <a:spLocks noGrp="1"/>
          </p:cNvSpPr>
          <p:nvPr>
            <p:ph type="body" idx="1"/>
          </p:nvPr>
        </p:nvSpPr>
        <p:spPr>
          <a:xfrm>
            <a:off x="877824" y="2157984"/>
            <a:ext cx="10442448" cy="3903819"/>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A586FCEF-4EDF-C2EF-7D81-FEFF7042F350}"/>
              </a:ext>
            </a:extLst>
          </p:cNvPr>
          <p:cNvSpPr>
            <a:spLocks noGrp="1"/>
          </p:cNvSpPr>
          <p:nvPr>
            <p:ph type="dt" sz="half" idx="2"/>
          </p:nvPr>
        </p:nvSpPr>
        <p:spPr>
          <a:xfrm>
            <a:off x="877824" y="6356350"/>
            <a:ext cx="2743200" cy="365125"/>
          </a:xfrm>
          <a:prstGeom prst="rect">
            <a:avLst/>
          </a:prstGeom>
        </p:spPr>
        <p:txBody>
          <a:bodyPr vert="horz" lIns="91440" tIns="45720" rIns="91440" bIns="45720" rtlCol="0" anchor="ctr"/>
          <a:lstStyle>
            <a:lvl1pPr algn="l">
              <a:defRPr sz="800" cap="all" spc="300" baseline="0">
                <a:solidFill>
                  <a:schemeClr val="tx2"/>
                </a:solidFill>
              </a:defRPr>
            </a:lvl1pPr>
          </a:lstStyle>
          <a:p>
            <a:fld id="{F9B0CB28-85DB-480B-8C99-FD493ACC7120}" type="datetimeFigureOut">
              <a:rPr lang="en-US" dirty="0"/>
              <a:t>4/23/2026</a:t>
            </a:fld>
            <a:endParaRPr lang="en-US" dirty="0"/>
          </a:p>
        </p:txBody>
      </p:sp>
      <p:sp>
        <p:nvSpPr>
          <p:cNvPr id="5" name="Footer Placeholder 4">
            <a:extLst>
              <a:ext uri="{FF2B5EF4-FFF2-40B4-BE49-F238E27FC236}">
                <a16:creationId xmlns:a16="http://schemas.microsoft.com/office/drawing/2014/main" id="{9A4663BC-4D46-C74D-DDF2-9D25B4D96F9B}"/>
              </a:ext>
            </a:extLst>
          </p:cNvPr>
          <p:cNvSpPr>
            <a:spLocks noGrp="1"/>
          </p:cNvSpPr>
          <p:nvPr>
            <p:ph type="ftr" sz="quarter" idx="3"/>
          </p:nvPr>
        </p:nvSpPr>
        <p:spPr>
          <a:xfrm>
            <a:off x="7132320" y="6356350"/>
            <a:ext cx="4297680" cy="365125"/>
          </a:xfrm>
          <a:prstGeom prst="rect">
            <a:avLst/>
          </a:prstGeom>
        </p:spPr>
        <p:txBody>
          <a:bodyPr vert="horz" lIns="91440" tIns="45720" rIns="91440" bIns="45720" rtlCol="0" anchor="ctr"/>
          <a:lstStyle>
            <a:lvl1pPr algn="r">
              <a:defRPr sz="800" cap="all" spc="300" baseline="0">
                <a:solidFill>
                  <a:schemeClr val="tx2"/>
                </a:solidFill>
              </a:defRPr>
            </a:lvl1pPr>
          </a:lstStyle>
          <a:p>
            <a:r>
              <a:rPr lang="en-US" dirty="0"/>
              <a:t>
              </a:t>
            </a:r>
          </a:p>
        </p:txBody>
      </p:sp>
      <p:sp>
        <p:nvSpPr>
          <p:cNvPr id="6" name="Slide Number Placeholder 5">
            <a:extLst>
              <a:ext uri="{FF2B5EF4-FFF2-40B4-BE49-F238E27FC236}">
                <a16:creationId xmlns:a16="http://schemas.microsoft.com/office/drawing/2014/main" id="{B71B4EAE-CB5C-D14B-77EF-7B155FA68353}"/>
              </a:ext>
            </a:extLst>
          </p:cNvPr>
          <p:cNvSpPr>
            <a:spLocks noGrp="1"/>
          </p:cNvSpPr>
          <p:nvPr>
            <p:ph type="sldNum" sz="quarter" idx="4"/>
          </p:nvPr>
        </p:nvSpPr>
        <p:spPr>
          <a:xfrm>
            <a:off x="11429999" y="6356350"/>
            <a:ext cx="521207" cy="365125"/>
          </a:xfrm>
          <a:prstGeom prst="rect">
            <a:avLst/>
          </a:prstGeom>
        </p:spPr>
        <p:txBody>
          <a:bodyPr vert="horz" lIns="91440" tIns="45720" rIns="91440" bIns="45720" rtlCol="0" anchor="ctr"/>
          <a:lstStyle>
            <a:lvl1pPr algn="r">
              <a:defRPr sz="1400">
                <a:solidFill>
                  <a:schemeClr val="tx2"/>
                </a:solidFill>
                <a:latin typeface="+mj-lt"/>
              </a:defRPr>
            </a:lvl1pPr>
          </a:lstStyle>
          <a:p>
            <a:fld id="{5E4DE196-8A13-4FF7-A07E-102851959EAB}" type="slidenum">
              <a:rPr lang="en-US" dirty="0"/>
              <a:pPr/>
              <a:t>‹#›</a:t>
            </a:fld>
            <a:endParaRPr lang="en-US" dirty="0"/>
          </a:p>
        </p:txBody>
      </p:sp>
    </p:spTree>
    <p:extLst>
      <p:ext uri="{BB962C8B-B14F-4D97-AF65-F5344CB8AC3E}">
        <p14:creationId xmlns:p14="http://schemas.microsoft.com/office/powerpoint/2010/main" val="3663326444"/>
      </p:ext>
    </p:extLst>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Lst>
  <p:hf hdr="0"/>
  <p:txStyles>
    <p:titleStyle>
      <a:lvl1pPr algn="l" defTabSz="914400" rtl="0" eaLnBrk="1" latinLnBrk="0" hangingPunct="1">
        <a:lnSpc>
          <a:spcPct val="100000"/>
        </a:lnSpc>
        <a:spcBef>
          <a:spcPct val="0"/>
        </a:spcBef>
        <a:buNone/>
        <a:defRPr sz="3200" kern="120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600" kern="1200">
          <a:solidFill>
            <a:schemeClr val="tx2"/>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200" kern="1200">
          <a:solidFill>
            <a:schemeClr val="tx2"/>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100" kern="1200">
          <a:solidFill>
            <a:schemeClr val="tx2"/>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1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160" userDrawn="1">
          <p15:clr>
            <a:srgbClr val="F26B43"/>
          </p15:clr>
        </p15:guide>
        <p15:guide id="4" pos="3840" userDrawn="1">
          <p15:clr>
            <a:srgbClr val="F26B43"/>
          </p15:clr>
        </p15:guide>
        <p15:guide id="5" orient="horz" pos="3816" userDrawn="1">
          <p15:clr>
            <a:srgbClr val="F26B43"/>
          </p15:clr>
        </p15:guide>
        <p15:guide id="6" orient="horz" pos="117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a:t>Coursework presentation</a:t>
            </a:r>
            <a:endParaRPr lang="en-GB" dirty="0"/>
          </a:p>
        </p:txBody>
      </p:sp>
      <p:sp>
        <p:nvSpPr>
          <p:cNvPr id="3" name="Subtitle 2"/>
          <p:cNvSpPr>
            <a:spLocks noGrp="1"/>
          </p:cNvSpPr>
          <p:nvPr>
            <p:ph type="subTitle" idx="1"/>
          </p:nvPr>
        </p:nvSpPr>
        <p:spPr/>
        <p:txBody>
          <a:bodyPr/>
          <a:lstStyle/>
          <a:p>
            <a:r>
              <a:rPr lang="en-GB" dirty="0"/>
              <a:t>By marcel </a:t>
            </a:r>
            <a:r>
              <a:rPr lang="en-GB" dirty="0" err="1"/>
              <a:t>javorsky</a:t>
            </a:r>
            <a:r>
              <a:rPr lang="en-GB" dirty="0"/>
              <a:t> - 40403168</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16815-5277-7C00-71EA-96C768AB46EE}"/>
              </a:ext>
            </a:extLst>
          </p:cNvPr>
          <p:cNvSpPr>
            <a:spLocks noGrp="1"/>
          </p:cNvSpPr>
          <p:nvPr>
            <p:ph type="title"/>
          </p:nvPr>
        </p:nvSpPr>
        <p:spPr>
          <a:xfrm>
            <a:off x="862143" y="184833"/>
            <a:ext cx="10449784" cy="629434"/>
          </a:xfrm>
        </p:spPr>
        <p:txBody>
          <a:bodyPr/>
          <a:lstStyle/>
          <a:p>
            <a:r>
              <a:rPr lang="en-GB"/>
              <a:t>Adding an event</a:t>
            </a:r>
          </a:p>
        </p:txBody>
      </p:sp>
      <p:pic>
        <p:nvPicPr>
          <p:cNvPr id="7" name="Content Placeholder 6" descr="A screenshot of a computer&#10;&#10;AI-generated content may be incorrect.">
            <a:extLst>
              <a:ext uri="{FF2B5EF4-FFF2-40B4-BE49-F238E27FC236}">
                <a16:creationId xmlns:a16="http://schemas.microsoft.com/office/drawing/2014/main" id="{5154A91F-3792-71E0-42D8-0BF1DC4C10D0}"/>
              </a:ext>
            </a:extLst>
          </p:cNvPr>
          <p:cNvPicPr>
            <a:picLocks noGrp="1" noChangeAspect="1"/>
          </p:cNvPicPr>
          <p:nvPr>
            <p:ph sz="half" idx="1"/>
          </p:nvPr>
        </p:nvPicPr>
        <p:blipFill>
          <a:blip r:embed="rId2"/>
          <a:stretch>
            <a:fillRect/>
          </a:stretch>
        </p:blipFill>
        <p:spPr>
          <a:xfrm>
            <a:off x="205535" y="1052698"/>
            <a:ext cx="4976812" cy="3559085"/>
          </a:xfrm>
          <a:prstGeom prst="rect">
            <a:avLst/>
          </a:prstGeom>
        </p:spPr>
      </p:pic>
      <p:sp>
        <p:nvSpPr>
          <p:cNvPr id="8" name="Content Placeholder 7">
            <a:extLst>
              <a:ext uri="{FF2B5EF4-FFF2-40B4-BE49-F238E27FC236}">
                <a16:creationId xmlns:a16="http://schemas.microsoft.com/office/drawing/2014/main" id="{DA807C1F-71E0-E625-0AF0-C3F1882EFC4A}"/>
              </a:ext>
            </a:extLst>
          </p:cNvPr>
          <p:cNvSpPr>
            <a:spLocks noGrp="1"/>
          </p:cNvSpPr>
          <p:nvPr>
            <p:ph sz="half" idx="2"/>
          </p:nvPr>
        </p:nvSpPr>
        <p:spPr>
          <a:xfrm>
            <a:off x="5512603" y="975834"/>
            <a:ext cx="4985785" cy="4017787"/>
          </a:xfrm>
        </p:spPr>
        <p:txBody>
          <a:bodyPr vert="horz" lIns="91440" tIns="45720" rIns="91440" bIns="45720" rtlCol="0" anchor="t">
            <a:normAutofit/>
          </a:bodyPr>
          <a:lstStyle/>
          <a:p>
            <a:pPr marL="0" indent="0">
              <a:buNone/>
            </a:pPr>
            <a:r>
              <a:rPr lang="en-GB" sz="1200" dirty="0"/>
              <a:t>As seen on the left, this is how the add records page appears on the web </a:t>
            </a:r>
            <a:r>
              <a:rPr lang="en-GB" sz="1200"/>
              <a:t>interface. Here the user can simply enter the details of an event.</a:t>
            </a:r>
          </a:p>
          <a:p>
            <a:pPr marL="0" indent="0">
              <a:buNone/>
            </a:pPr>
            <a:r>
              <a:rPr lang="en-GB" sz="1200" dirty="0"/>
              <a:t>Below is the main bulk of the code that displays this information to the user. This code is also used within the other web pages as each page is displayed in a similar manner.</a:t>
            </a:r>
          </a:p>
        </p:txBody>
      </p:sp>
      <p:sp>
        <p:nvSpPr>
          <p:cNvPr id="4" name="Date Placeholder 3">
            <a:extLst>
              <a:ext uri="{FF2B5EF4-FFF2-40B4-BE49-F238E27FC236}">
                <a16:creationId xmlns:a16="http://schemas.microsoft.com/office/drawing/2014/main" id="{ECCCCBE5-C2EA-78B2-2077-C3E41F09F39B}"/>
              </a:ext>
            </a:extLst>
          </p:cNvPr>
          <p:cNvSpPr>
            <a:spLocks noGrp="1"/>
          </p:cNvSpPr>
          <p:nvPr>
            <p:ph type="dt" sz="half" idx="10"/>
          </p:nvPr>
        </p:nvSpPr>
        <p:spPr/>
        <p:txBody>
          <a:bodyPr/>
          <a:lstStyle/>
          <a:p>
            <a:fld id="{E610EBFE-10A5-428D-8E8F-C990A373EC18}" type="datetime1">
              <a:t>4/23/2026</a:t>
            </a:fld>
            <a:endParaRPr lang="en-US" dirty="0"/>
          </a:p>
        </p:txBody>
      </p:sp>
      <p:sp>
        <p:nvSpPr>
          <p:cNvPr id="5" name="Footer Placeholder 4">
            <a:extLst>
              <a:ext uri="{FF2B5EF4-FFF2-40B4-BE49-F238E27FC236}">
                <a16:creationId xmlns:a16="http://schemas.microsoft.com/office/drawing/2014/main" id="{37AE1DC8-D05D-1BEE-52D5-DC11E80F2BD7}"/>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6253B2BF-A68F-2C5C-EEF8-C90357B2222D}"/>
              </a:ext>
            </a:extLst>
          </p:cNvPr>
          <p:cNvSpPr>
            <a:spLocks noGrp="1"/>
          </p:cNvSpPr>
          <p:nvPr>
            <p:ph type="sldNum" sz="quarter" idx="12"/>
          </p:nvPr>
        </p:nvSpPr>
        <p:spPr/>
        <p:txBody>
          <a:bodyPr/>
          <a:lstStyle/>
          <a:p>
            <a:fld id="{5E4DE196-8A13-4FF7-A07E-102851959EAB}" type="slidenum">
              <a:rPr lang="en-US" dirty="0"/>
              <a:t>2</a:t>
            </a:fld>
            <a:endParaRPr lang="en-US" dirty="0"/>
          </a:p>
        </p:txBody>
      </p:sp>
      <p:pic>
        <p:nvPicPr>
          <p:cNvPr id="10" name="Picture 9" descr="A screenshot of a computer program&#10;&#10;AI-generated content may be incorrect.">
            <a:extLst>
              <a:ext uri="{FF2B5EF4-FFF2-40B4-BE49-F238E27FC236}">
                <a16:creationId xmlns:a16="http://schemas.microsoft.com/office/drawing/2014/main" id="{5CA78C74-B184-3737-96E4-5C6C01C0E1FD}"/>
              </a:ext>
            </a:extLst>
          </p:cNvPr>
          <p:cNvPicPr>
            <a:picLocks noChangeAspect="1"/>
          </p:cNvPicPr>
          <p:nvPr/>
        </p:nvPicPr>
        <p:blipFill>
          <a:blip r:embed="rId3"/>
          <a:stretch>
            <a:fillRect/>
          </a:stretch>
        </p:blipFill>
        <p:spPr>
          <a:xfrm>
            <a:off x="5358653" y="2337828"/>
            <a:ext cx="5293659" cy="4280087"/>
          </a:xfrm>
          <a:prstGeom prst="rect">
            <a:avLst/>
          </a:prstGeom>
        </p:spPr>
      </p:pic>
    </p:spTree>
    <p:extLst>
      <p:ext uri="{BB962C8B-B14F-4D97-AF65-F5344CB8AC3E}">
        <p14:creationId xmlns:p14="http://schemas.microsoft.com/office/powerpoint/2010/main" val="783473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2FF6D-8C90-F86C-3291-9DBEAAEE327E}"/>
              </a:ext>
            </a:extLst>
          </p:cNvPr>
          <p:cNvSpPr>
            <a:spLocks noGrp="1"/>
          </p:cNvSpPr>
          <p:nvPr>
            <p:ph type="title"/>
          </p:nvPr>
        </p:nvSpPr>
        <p:spPr>
          <a:xfrm>
            <a:off x="629061" y="95186"/>
            <a:ext cx="10449784" cy="575646"/>
          </a:xfrm>
        </p:spPr>
        <p:txBody>
          <a:bodyPr>
            <a:normAutofit fontScale="90000"/>
          </a:bodyPr>
          <a:lstStyle/>
          <a:p>
            <a:r>
              <a:rPr lang="en-GB"/>
              <a:t>Deleting an event</a:t>
            </a:r>
          </a:p>
        </p:txBody>
      </p:sp>
      <p:pic>
        <p:nvPicPr>
          <p:cNvPr id="8" name="Content Placeholder 7" descr="A screenshot of a computer&#10;&#10;AI-generated content may be incorrect.">
            <a:extLst>
              <a:ext uri="{FF2B5EF4-FFF2-40B4-BE49-F238E27FC236}">
                <a16:creationId xmlns:a16="http://schemas.microsoft.com/office/drawing/2014/main" id="{F651DC57-4AF4-3637-F5BD-FAF7704B59DF}"/>
              </a:ext>
            </a:extLst>
          </p:cNvPr>
          <p:cNvPicPr>
            <a:picLocks noGrp="1" noChangeAspect="1"/>
          </p:cNvPicPr>
          <p:nvPr>
            <p:ph sz="half" idx="1"/>
          </p:nvPr>
        </p:nvPicPr>
        <p:blipFill>
          <a:blip r:embed="rId2"/>
          <a:stretch>
            <a:fillRect/>
          </a:stretch>
        </p:blipFill>
        <p:spPr>
          <a:xfrm>
            <a:off x="178577" y="934431"/>
            <a:ext cx="5255358" cy="3508918"/>
          </a:xfrm>
          <a:prstGeom prst="rect">
            <a:avLst/>
          </a:prstGeom>
        </p:spPr>
      </p:pic>
      <p:sp>
        <p:nvSpPr>
          <p:cNvPr id="4" name="Content Placeholder 3">
            <a:extLst>
              <a:ext uri="{FF2B5EF4-FFF2-40B4-BE49-F238E27FC236}">
                <a16:creationId xmlns:a16="http://schemas.microsoft.com/office/drawing/2014/main" id="{4B5B1A03-D11D-955E-8D70-4B9C9AD1B4B9}"/>
              </a:ext>
            </a:extLst>
          </p:cNvPr>
          <p:cNvSpPr>
            <a:spLocks noGrp="1"/>
          </p:cNvSpPr>
          <p:nvPr>
            <p:ph sz="half" idx="2"/>
          </p:nvPr>
        </p:nvSpPr>
        <p:spPr>
          <a:xfrm>
            <a:off x="5817403" y="814469"/>
            <a:ext cx="4985785" cy="4017787"/>
          </a:xfrm>
        </p:spPr>
        <p:txBody>
          <a:bodyPr vert="horz" lIns="91440" tIns="45720" rIns="91440" bIns="45720" rtlCol="0" anchor="t">
            <a:normAutofit/>
          </a:bodyPr>
          <a:lstStyle/>
          <a:p>
            <a:pPr marL="0" indent="0">
              <a:buNone/>
            </a:pPr>
            <a:r>
              <a:rPr lang="en-GB" sz="1200" dirty="0"/>
              <a:t>The delete records page, as seen on the left contains much less information than the add records page, this is because I could not get it work, however it is supposed to display a table of all the events, allowing the user to choose any events to delete.</a:t>
            </a:r>
          </a:p>
          <a:p>
            <a:pPr marL="0" indent="0">
              <a:buNone/>
            </a:pPr>
            <a:r>
              <a:rPr lang="en-GB" sz="1200" dirty="0"/>
              <a:t>As seen below, this is the main bulk of code responsible for displaying the table within the delete records page, a lot of testing was done to attempt to fix the issue of the table not appearing, but ultimately, there was no solution found for the issue. The issue could be a number of things, and is likely something to do with calling to the database incorrectly, or the if statement not working as intended.</a:t>
            </a:r>
          </a:p>
          <a:p>
            <a:pPr marL="0" indent="0">
              <a:buNone/>
            </a:pPr>
            <a:endParaRPr lang="en-GB" sz="1200" dirty="0"/>
          </a:p>
        </p:txBody>
      </p:sp>
      <p:sp>
        <p:nvSpPr>
          <p:cNvPr id="5" name="Date Placeholder 4">
            <a:extLst>
              <a:ext uri="{FF2B5EF4-FFF2-40B4-BE49-F238E27FC236}">
                <a16:creationId xmlns:a16="http://schemas.microsoft.com/office/drawing/2014/main" id="{92E9432C-1E97-5F3B-EA93-1D2D8560E320}"/>
              </a:ext>
            </a:extLst>
          </p:cNvPr>
          <p:cNvSpPr>
            <a:spLocks noGrp="1"/>
          </p:cNvSpPr>
          <p:nvPr>
            <p:ph type="dt" sz="half" idx="10"/>
          </p:nvPr>
        </p:nvSpPr>
        <p:spPr/>
        <p:txBody>
          <a:bodyPr/>
          <a:lstStyle/>
          <a:p>
            <a:fld id="{CABCAC88-8A21-4380-AFB8-09583D0A9E2B}" type="datetime1">
              <a:t>4/23/2026</a:t>
            </a:fld>
            <a:endParaRPr lang="en-US" dirty="0"/>
          </a:p>
        </p:txBody>
      </p:sp>
      <p:sp>
        <p:nvSpPr>
          <p:cNvPr id="6" name="Footer Placeholder 5">
            <a:extLst>
              <a:ext uri="{FF2B5EF4-FFF2-40B4-BE49-F238E27FC236}">
                <a16:creationId xmlns:a16="http://schemas.microsoft.com/office/drawing/2014/main" id="{773FB7EF-5D2A-6EF6-2448-3286C7BDDCD9}"/>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198C8260-2754-1F8F-0672-C60FEFAEB59E}"/>
              </a:ext>
            </a:extLst>
          </p:cNvPr>
          <p:cNvSpPr>
            <a:spLocks noGrp="1"/>
          </p:cNvSpPr>
          <p:nvPr>
            <p:ph type="sldNum" sz="quarter" idx="12"/>
          </p:nvPr>
        </p:nvSpPr>
        <p:spPr/>
        <p:txBody>
          <a:bodyPr/>
          <a:lstStyle/>
          <a:p>
            <a:fld id="{5E4DE196-8A13-4FF7-A07E-102851959EAB}" type="slidenum">
              <a:rPr lang="en-US" dirty="0"/>
              <a:t>3</a:t>
            </a:fld>
            <a:endParaRPr lang="en-US" dirty="0"/>
          </a:p>
        </p:txBody>
      </p:sp>
      <p:pic>
        <p:nvPicPr>
          <p:cNvPr id="9" name="Picture 8" descr="A screen shot of a computer program&#10;&#10;AI-generated content may be incorrect.">
            <a:extLst>
              <a:ext uri="{FF2B5EF4-FFF2-40B4-BE49-F238E27FC236}">
                <a16:creationId xmlns:a16="http://schemas.microsoft.com/office/drawing/2014/main" id="{D44BE771-E628-A53D-D75C-E754F20718CB}"/>
              </a:ext>
            </a:extLst>
          </p:cNvPr>
          <p:cNvPicPr>
            <a:picLocks noChangeAspect="1"/>
          </p:cNvPicPr>
          <p:nvPr/>
        </p:nvPicPr>
        <p:blipFill>
          <a:blip r:embed="rId3"/>
          <a:stretch>
            <a:fillRect/>
          </a:stretch>
        </p:blipFill>
        <p:spPr>
          <a:xfrm>
            <a:off x="5288615" y="3209085"/>
            <a:ext cx="6034369" cy="3514726"/>
          </a:xfrm>
          <a:prstGeom prst="rect">
            <a:avLst/>
          </a:prstGeom>
        </p:spPr>
      </p:pic>
    </p:spTree>
    <p:extLst>
      <p:ext uri="{BB962C8B-B14F-4D97-AF65-F5344CB8AC3E}">
        <p14:creationId xmlns:p14="http://schemas.microsoft.com/office/powerpoint/2010/main" val="35375925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90F70-03BF-BEE7-EE4E-5ADC98B2D2E4}"/>
              </a:ext>
            </a:extLst>
          </p:cNvPr>
          <p:cNvSpPr>
            <a:spLocks noGrp="1"/>
          </p:cNvSpPr>
          <p:nvPr>
            <p:ph type="title"/>
          </p:nvPr>
        </p:nvSpPr>
        <p:spPr>
          <a:xfrm>
            <a:off x="772496" y="220692"/>
            <a:ext cx="10449784" cy="566681"/>
          </a:xfrm>
        </p:spPr>
        <p:txBody>
          <a:bodyPr>
            <a:normAutofit fontScale="90000"/>
          </a:bodyPr>
          <a:lstStyle/>
          <a:p>
            <a:r>
              <a:rPr lang="en-GB"/>
              <a:t>Chart and editing event records</a:t>
            </a:r>
          </a:p>
        </p:txBody>
      </p:sp>
      <p:sp>
        <p:nvSpPr>
          <p:cNvPr id="3" name="Content Placeholder 2">
            <a:extLst>
              <a:ext uri="{FF2B5EF4-FFF2-40B4-BE49-F238E27FC236}">
                <a16:creationId xmlns:a16="http://schemas.microsoft.com/office/drawing/2014/main" id="{ED423C84-4498-9964-A646-DC63D17A8848}"/>
              </a:ext>
            </a:extLst>
          </p:cNvPr>
          <p:cNvSpPr>
            <a:spLocks noGrp="1"/>
          </p:cNvSpPr>
          <p:nvPr>
            <p:ph sz="half" idx="1"/>
          </p:nvPr>
        </p:nvSpPr>
        <p:spPr>
          <a:xfrm>
            <a:off x="366836" y="1164093"/>
            <a:ext cx="4977453" cy="4017787"/>
          </a:xfrm>
        </p:spPr>
        <p:txBody>
          <a:bodyPr vert="horz" lIns="91440" tIns="45720" rIns="91440" bIns="45720" rtlCol="0" anchor="t">
            <a:normAutofit/>
          </a:bodyPr>
          <a:lstStyle/>
          <a:p>
            <a:pPr marL="0" indent="0">
              <a:buNone/>
            </a:pPr>
            <a:r>
              <a:rPr lang="en-GB" sz="1200" dirty="0"/>
              <a:t>The page that allows a user to edit records is a mixture of the add records page and delete records page, this is because it uses a lot of the same code. Similarly, it allows the user to enter event details to allow them to edit the event, however it also fails to show a table of event records.</a:t>
            </a:r>
          </a:p>
          <a:p>
            <a:pPr marL="0" indent="0">
              <a:buNone/>
            </a:pPr>
            <a:endParaRPr lang="en-GB" sz="1200" dirty="0"/>
          </a:p>
        </p:txBody>
      </p:sp>
      <p:pic>
        <p:nvPicPr>
          <p:cNvPr id="8" name="Content Placeholder 7" descr="A screenshot of a computer&#10;&#10;AI-generated content may be incorrect.">
            <a:extLst>
              <a:ext uri="{FF2B5EF4-FFF2-40B4-BE49-F238E27FC236}">
                <a16:creationId xmlns:a16="http://schemas.microsoft.com/office/drawing/2014/main" id="{B854F4E1-3E21-83F9-5CFB-17A8997A2DF5}"/>
              </a:ext>
            </a:extLst>
          </p:cNvPr>
          <p:cNvPicPr>
            <a:picLocks noGrp="1" noChangeAspect="1"/>
          </p:cNvPicPr>
          <p:nvPr>
            <p:ph sz="half" idx="2"/>
          </p:nvPr>
        </p:nvPicPr>
        <p:blipFill>
          <a:blip r:embed="rId2"/>
          <a:stretch>
            <a:fillRect/>
          </a:stretch>
        </p:blipFill>
        <p:spPr>
          <a:xfrm>
            <a:off x="147180" y="2177104"/>
            <a:ext cx="4690045" cy="4017787"/>
          </a:xfrm>
          <a:prstGeom prst="rect">
            <a:avLst/>
          </a:prstGeom>
        </p:spPr>
      </p:pic>
      <p:sp>
        <p:nvSpPr>
          <p:cNvPr id="5" name="Date Placeholder 4">
            <a:extLst>
              <a:ext uri="{FF2B5EF4-FFF2-40B4-BE49-F238E27FC236}">
                <a16:creationId xmlns:a16="http://schemas.microsoft.com/office/drawing/2014/main" id="{1C3A5609-29E1-EF03-2CBC-06BD33E2886D}"/>
              </a:ext>
            </a:extLst>
          </p:cNvPr>
          <p:cNvSpPr>
            <a:spLocks noGrp="1"/>
          </p:cNvSpPr>
          <p:nvPr>
            <p:ph type="dt" sz="half" idx="10"/>
          </p:nvPr>
        </p:nvSpPr>
        <p:spPr/>
        <p:txBody>
          <a:bodyPr/>
          <a:lstStyle/>
          <a:p>
            <a:fld id="{CCCC3EBD-7AF7-4C9F-81DF-03AEDD24D890}" type="datetime1">
              <a:t>4/23/2026</a:t>
            </a:fld>
            <a:endParaRPr lang="en-US" dirty="0"/>
          </a:p>
        </p:txBody>
      </p:sp>
      <p:sp>
        <p:nvSpPr>
          <p:cNvPr id="6" name="Footer Placeholder 5">
            <a:extLst>
              <a:ext uri="{FF2B5EF4-FFF2-40B4-BE49-F238E27FC236}">
                <a16:creationId xmlns:a16="http://schemas.microsoft.com/office/drawing/2014/main" id="{B713FE01-D2B4-9DE2-BF9A-FEF2AE8BBECD}"/>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9B466EA7-CBF2-08B5-68D5-122E344DE585}"/>
              </a:ext>
            </a:extLst>
          </p:cNvPr>
          <p:cNvSpPr>
            <a:spLocks noGrp="1"/>
          </p:cNvSpPr>
          <p:nvPr>
            <p:ph type="sldNum" sz="quarter" idx="12"/>
          </p:nvPr>
        </p:nvSpPr>
        <p:spPr/>
        <p:txBody>
          <a:bodyPr/>
          <a:lstStyle/>
          <a:p>
            <a:fld id="{5E4DE196-8A13-4FF7-A07E-102851959EAB}" type="slidenum">
              <a:rPr lang="en-US" dirty="0"/>
              <a:t>4</a:t>
            </a:fld>
            <a:endParaRPr lang="en-US" dirty="0"/>
          </a:p>
        </p:txBody>
      </p:sp>
      <p:sp>
        <p:nvSpPr>
          <p:cNvPr id="10" name="TextBox 9">
            <a:extLst>
              <a:ext uri="{FF2B5EF4-FFF2-40B4-BE49-F238E27FC236}">
                <a16:creationId xmlns:a16="http://schemas.microsoft.com/office/drawing/2014/main" id="{FCE8D1A7-6028-B478-DBFE-D236B0F4FE33}"/>
              </a:ext>
            </a:extLst>
          </p:cNvPr>
          <p:cNvSpPr txBox="1"/>
          <p:nvPr/>
        </p:nvSpPr>
        <p:spPr>
          <a:xfrm>
            <a:off x="6001386" y="652969"/>
            <a:ext cx="5727598"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dirty="0"/>
              <a:t>On the other hand, the chart page is a simple one. It simply displays a line </a:t>
            </a:r>
            <a:r>
              <a:rPr lang="en-GB" sz="1200"/>
              <a:t>graph showing the number volunteers that attend each beach cleaning event. As seen below.</a:t>
            </a:r>
          </a:p>
          <a:p>
            <a:endParaRPr lang="en-GB" sz="1200" dirty="0"/>
          </a:p>
        </p:txBody>
      </p:sp>
      <p:pic>
        <p:nvPicPr>
          <p:cNvPr id="11" name="Picture 10" descr="A graph on a white background&#10;&#10;AI-generated content may be incorrect.">
            <a:extLst>
              <a:ext uri="{FF2B5EF4-FFF2-40B4-BE49-F238E27FC236}">
                <a16:creationId xmlns:a16="http://schemas.microsoft.com/office/drawing/2014/main" id="{AE6A2BFF-CAA7-3F7A-C464-13B118D7C123}"/>
              </a:ext>
            </a:extLst>
          </p:cNvPr>
          <p:cNvPicPr>
            <a:picLocks noChangeAspect="1"/>
          </p:cNvPicPr>
          <p:nvPr/>
        </p:nvPicPr>
        <p:blipFill>
          <a:blip r:embed="rId3"/>
          <a:srcRect r="6381" b="9991"/>
          <a:stretch>
            <a:fillRect/>
          </a:stretch>
        </p:blipFill>
        <p:spPr>
          <a:xfrm>
            <a:off x="5249318" y="1048871"/>
            <a:ext cx="3700259" cy="2452976"/>
          </a:xfrm>
          <a:prstGeom prst="rect">
            <a:avLst/>
          </a:prstGeom>
        </p:spPr>
      </p:pic>
      <p:sp>
        <p:nvSpPr>
          <p:cNvPr id="12" name="TextBox 11">
            <a:extLst>
              <a:ext uri="{FF2B5EF4-FFF2-40B4-BE49-F238E27FC236}">
                <a16:creationId xmlns:a16="http://schemas.microsoft.com/office/drawing/2014/main" id="{777550F9-C4A9-44FF-8FDD-F5BC5B315D30}"/>
              </a:ext>
            </a:extLst>
          </p:cNvPr>
          <p:cNvSpPr txBox="1"/>
          <p:nvPr/>
        </p:nvSpPr>
        <p:spPr>
          <a:xfrm>
            <a:off x="9110807" y="2178787"/>
            <a:ext cx="2584620"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dirty="0"/>
              <a:t>The main code that displays this line graph is quite short, however it does not use any data that the user inputs and rather only shows a specific set of data that was set beforehand. The code is pretty self explanatory, and can be seen below:</a:t>
            </a:r>
          </a:p>
          <a:p>
            <a:endParaRPr lang="en-GB" sz="1200" dirty="0"/>
          </a:p>
        </p:txBody>
      </p:sp>
      <p:pic>
        <p:nvPicPr>
          <p:cNvPr id="13" name="Picture 12" descr="A screen shot of a computer program&#10;&#10;AI-generated content may be incorrect.">
            <a:extLst>
              <a:ext uri="{FF2B5EF4-FFF2-40B4-BE49-F238E27FC236}">
                <a16:creationId xmlns:a16="http://schemas.microsoft.com/office/drawing/2014/main" id="{A0AD8B43-433F-FE15-613F-0D839A29C562}"/>
              </a:ext>
            </a:extLst>
          </p:cNvPr>
          <p:cNvPicPr>
            <a:picLocks noChangeAspect="1"/>
          </p:cNvPicPr>
          <p:nvPr/>
        </p:nvPicPr>
        <p:blipFill>
          <a:blip r:embed="rId4"/>
          <a:srcRect r="11994" b="12453"/>
          <a:stretch>
            <a:fillRect/>
          </a:stretch>
        </p:blipFill>
        <p:spPr>
          <a:xfrm>
            <a:off x="5470643" y="3716281"/>
            <a:ext cx="5820975" cy="2925348"/>
          </a:xfrm>
          <a:prstGeom prst="rect">
            <a:avLst/>
          </a:prstGeom>
        </p:spPr>
      </p:pic>
    </p:spTree>
    <p:extLst>
      <p:ext uri="{BB962C8B-B14F-4D97-AF65-F5344CB8AC3E}">
        <p14:creationId xmlns:p14="http://schemas.microsoft.com/office/powerpoint/2010/main" val="38747101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5D7750-42F0-C57C-FEB7-3C8FA5A7FB78}"/>
              </a:ext>
            </a:extLst>
          </p:cNvPr>
          <p:cNvSpPr>
            <a:spLocks noGrp="1"/>
          </p:cNvSpPr>
          <p:nvPr>
            <p:ph type="title"/>
          </p:nvPr>
        </p:nvSpPr>
        <p:spPr>
          <a:xfrm>
            <a:off x="638025" y="220692"/>
            <a:ext cx="10431855" cy="575646"/>
          </a:xfrm>
        </p:spPr>
        <p:txBody>
          <a:bodyPr>
            <a:normAutofit fontScale="90000"/>
          </a:bodyPr>
          <a:lstStyle/>
          <a:p>
            <a:r>
              <a:rPr lang="en-GB" dirty="0"/>
              <a:t>Database and </a:t>
            </a:r>
            <a:r>
              <a:rPr lang="en-GB" dirty="0" err="1"/>
              <a:t>javascript</a:t>
            </a:r>
          </a:p>
        </p:txBody>
      </p:sp>
      <p:sp>
        <p:nvSpPr>
          <p:cNvPr id="3" name="Content Placeholder 2">
            <a:extLst>
              <a:ext uri="{FF2B5EF4-FFF2-40B4-BE49-F238E27FC236}">
                <a16:creationId xmlns:a16="http://schemas.microsoft.com/office/drawing/2014/main" id="{3E896F3D-87F6-AD1D-10CD-61B2DAC1C1CD}"/>
              </a:ext>
            </a:extLst>
          </p:cNvPr>
          <p:cNvSpPr>
            <a:spLocks noGrp="1"/>
          </p:cNvSpPr>
          <p:nvPr>
            <p:ph sz="half" idx="1"/>
          </p:nvPr>
        </p:nvSpPr>
        <p:spPr>
          <a:xfrm>
            <a:off x="447518" y="993763"/>
            <a:ext cx="4977453" cy="4017787"/>
          </a:xfrm>
        </p:spPr>
        <p:txBody>
          <a:bodyPr vert="horz" lIns="91440" tIns="45720" rIns="91440" bIns="45720" rtlCol="0" anchor="t">
            <a:normAutofit/>
          </a:bodyPr>
          <a:lstStyle/>
          <a:p>
            <a:pPr marL="0" indent="0">
              <a:buNone/>
            </a:pPr>
            <a:r>
              <a:rPr lang="en-GB" sz="1200" dirty="0"/>
              <a:t>Each of the pages within the web interface rely on a database, this database could be the cause of some of the information not being </a:t>
            </a:r>
            <a:r>
              <a:rPr lang="en-GB" sz="1200"/>
              <a:t>displayed within the web pages, however no solution was found.</a:t>
            </a:r>
          </a:p>
          <a:p>
            <a:pPr marL="0" indent="0">
              <a:buNone/>
            </a:pPr>
            <a:r>
              <a:rPr lang="en-GB" sz="1200" dirty="0"/>
              <a:t>The database below simply creates a table to define the variables that are used within the project, and some information is inserted into the table so </a:t>
            </a:r>
            <a:r>
              <a:rPr lang="en-GB" sz="1200"/>
              <a:t>that there is some starting information for the events.</a:t>
            </a:r>
            <a:endParaRPr lang="en-GB" sz="1200" dirty="0"/>
          </a:p>
        </p:txBody>
      </p:sp>
      <p:pic>
        <p:nvPicPr>
          <p:cNvPr id="8" name="Content Placeholder 7" descr="A screen shot of a computer program&#10;&#10;AI-generated content may be incorrect.">
            <a:extLst>
              <a:ext uri="{FF2B5EF4-FFF2-40B4-BE49-F238E27FC236}">
                <a16:creationId xmlns:a16="http://schemas.microsoft.com/office/drawing/2014/main" id="{9FFCB8AB-CC37-6B75-7180-ACBC488E8B9F}"/>
              </a:ext>
            </a:extLst>
          </p:cNvPr>
          <p:cNvPicPr>
            <a:picLocks noGrp="1" noChangeAspect="1"/>
          </p:cNvPicPr>
          <p:nvPr>
            <p:ph sz="half" idx="2"/>
          </p:nvPr>
        </p:nvPicPr>
        <p:blipFill>
          <a:blip r:embed="rId2"/>
          <a:stretch>
            <a:fillRect/>
          </a:stretch>
        </p:blipFill>
        <p:spPr>
          <a:xfrm>
            <a:off x="151709" y="2636417"/>
            <a:ext cx="5702960" cy="3332242"/>
          </a:xfrm>
          <a:prstGeom prst="rect">
            <a:avLst/>
          </a:prstGeom>
        </p:spPr>
      </p:pic>
      <p:sp>
        <p:nvSpPr>
          <p:cNvPr id="5" name="Date Placeholder 4">
            <a:extLst>
              <a:ext uri="{FF2B5EF4-FFF2-40B4-BE49-F238E27FC236}">
                <a16:creationId xmlns:a16="http://schemas.microsoft.com/office/drawing/2014/main" id="{8740F113-4E80-DC71-B315-8E22A985CCEC}"/>
              </a:ext>
            </a:extLst>
          </p:cNvPr>
          <p:cNvSpPr>
            <a:spLocks noGrp="1"/>
          </p:cNvSpPr>
          <p:nvPr>
            <p:ph type="dt" sz="half" idx="10"/>
          </p:nvPr>
        </p:nvSpPr>
        <p:spPr/>
        <p:txBody>
          <a:bodyPr/>
          <a:lstStyle/>
          <a:p>
            <a:fld id="{652C32AD-2C01-475B-9A33-C9115A3B0F97}" type="datetime1">
              <a:t>4/23/2026</a:t>
            </a:fld>
            <a:endParaRPr lang="en-US" dirty="0"/>
          </a:p>
        </p:txBody>
      </p:sp>
      <p:sp>
        <p:nvSpPr>
          <p:cNvPr id="6" name="Footer Placeholder 5">
            <a:extLst>
              <a:ext uri="{FF2B5EF4-FFF2-40B4-BE49-F238E27FC236}">
                <a16:creationId xmlns:a16="http://schemas.microsoft.com/office/drawing/2014/main" id="{F04E64BF-E394-C8AB-52B2-FC7AA3682EA9}"/>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D54CF7F8-6728-FB81-5660-6B73F77EF67D}"/>
              </a:ext>
            </a:extLst>
          </p:cNvPr>
          <p:cNvSpPr>
            <a:spLocks noGrp="1"/>
          </p:cNvSpPr>
          <p:nvPr>
            <p:ph type="sldNum" sz="quarter" idx="12"/>
          </p:nvPr>
        </p:nvSpPr>
        <p:spPr/>
        <p:txBody>
          <a:bodyPr/>
          <a:lstStyle/>
          <a:p>
            <a:fld id="{5E4DE196-8A13-4FF7-A07E-102851959EAB}" type="slidenum">
              <a:rPr lang="en-US" dirty="0"/>
              <a:t>5</a:t>
            </a:fld>
            <a:endParaRPr lang="en-US" dirty="0"/>
          </a:p>
        </p:txBody>
      </p:sp>
      <p:pic>
        <p:nvPicPr>
          <p:cNvPr id="10" name="Picture 9" descr="A computer screen shot of a program&#10;&#10;AI-generated content may be incorrect.">
            <a:extLst>
              <a:ext uri="{FF2B5EF4-FFF2-40B4-BE49-F238E27FC236}">
                <a16:creationId xmlns:a16="http://schemas.microsoft.com/office/drawing/2014/main" id="{20AB27B3-D9A7-64B1-8E34-E8A070D6B8B3}"/>
              </a:ext>
            </a:extLst>
          </p:cNvPr>
          <p:cNvPicPr>
            <a:picLocks noChangeAspect="1"/>
          </p:cNvPicPr>
          <p:nvPr/>
        </p:nvPicPr>
        <p:blipFill>
          <a:blip r:embed="rId3"/>
          <a:stretch>
            <a:fillRect/>
          </a:stretch>
        </p:blipFill>
        <p:spPr>
          <a:xfrm>
            <a:off x="6562165" y="2019301"/>
            <a:ext cx="5127812" cy="4513730"/>
          </a:xfrm>
          <a:prstGeom prst="rect">
            <a:avLst/>
          </a:prstGeom>
        </p:spPr>
      </p:pic>
      <p:sp>
        <p:nvSpPr>
          <p:cNvPr id="11" name="TextBox 10">
            <a:extLst>
              <a:ext uri="{FF2B5EF4-FFF2-40B4-BE49-F238E27FC236}">
                <a16:creationId xmlns:a16="http://schemas.microsoft.com/office/drawing/2014/main" id="{BE1D8F19-FEB3-8F91-0AEC-5C4DE11D149A}"/>
              </a:ext>
            </a:extLst>
          </p:cNvPr>
          <p:cNvSpPr txBox="1"/>
          <p:nvPr/>
        </p:nvSpPr>
        <p:spPr>
          <a:xfrm>
            <a:off x="5911617" y="995202"/>
            <a:ext cx="5776783"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dirty="0"/>
              <a:t>The below code is a part of the code within my </a:t>
            </a:r>
            <a:r>
              <a:rPr lang="en-GB" sz="1200" dirty="0" err="1"/>
              <a:t>javascript</a:t>
            </a:r>
            <a:r>
              <a:rPr lang="en-GB" sz="1200" dirty="0"/>
              <a:t> file, and is used to validate all the event information within each web page. It appears to function as intended as tested within the add events web page, however it could not be tested on the other web pages due to them not functioning as intended.</a:t>
            </a:r>
          </a:p>
        </p:txBody>
      </p:sp>
    </p:spTree>
    <p:extLst>
      <p:ext uri="{BB962C8B-B14F-4D97-AF65-F5344CB8AC3E}">
        <p14:creationId xmlns:p14="http://schemas.microsoft.com/office/powerpoint/2010/main" val="1362411416"/>
      </p:ext>
    </p:extLst>
  </p:cSld>
  <p:clrMapOvr>
    <a:masterClrMapping/>
  </p:clrMapOvr>
</p:sld>
</file>

<file path=ppt/theme/theme1.xml><?xml version="1.0" encoding="utf-8"?>
<a:theme xmlns:a="http://schemas.openxmlformats.org/drawingml/2006/main" name="BohoVogueVTI">
  <a:themeElements>
    <a:clrScheme name="BohoVogueVTI">
      <a:dk1>
        <a:sysClr val="windowText" lastClr="000000"/>
      </a:dk1>
      <a:lt1>
        <a:sysClr val="window" lastClr="FFFFFF"/>
      </a:lt1>
      <a:dk2>
        <a:srgbClr val="35403A"/>
      </a:dk2>
      <a:lt2>
        <a:srgbClr val="F1EFEB"/>
      </a:lt2>
      <a:accent1>
        <a:srgbClr val="9E8B50"/>
      </a:accent1>
      <a:accent2>
        <a:srgbClr val="D5966B"/>
      </a:accent2>
      <a:accent3>
        <a:srgbClr val="9BA6BB"/>
      </a:accent3>
      <a:accent4>
        <a:srgbClr val="869880"/>
      </a:accent4>
      <a:accent5>
        <a:srgbClr val="588267"/>
      </a:accent5>
      <a:accent6>
        <a:srgbClr val="B89C46"/>
      </a:accent6>
      <a:hlink>
        <a:srgbClr val="C77138"/>
      </a:hlink>
      <a:folHlink>
        <a:srgbClr val="589374"/>
      </a:folHlink>
    </a:clrScheme>
    <a:fontScheme name="BohoVogueVTI">
      <a:majorFont>
        <a:latin typeface="Walbaum Display"/>
        <a:ea typeface=""/>
        <a:cs typeface=""/>
      </a:majorFont>
      <a:minorFont>
        <a:latin typeface="Aptos Light"/>
        <a:ea typeface=""/>
        <a:cs typeface=""/>
      </a:minorFont>
    </a:fontScheme>
    <a:fmtScheme name="BohoVogue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BohoVogueVTI" id="{587E0025-A466-4551-A341-1A9F570FDF06}" vid="{F615CBBD-D1BB-4663-887F-92A47C7C6AB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5</Slides>
  <Notes>0</Notes>
  <HiddenSlides>0</HiddenSlides>
  <MMClips>0</MMClips>
  <ScaleCrop>false</ScaleCrop>
  <HeadingPairs>
    <vt:vector size="4" baseType="variant">
      <vt:variant>
        <vt:lpstr>Theme</vt:lpstr>
      </vt:variant>
      <vt:variant>
        <vt:i4>1</vt:i4>
      </vt:variant>
      <vt:variant>
        <vt:lpstr>Slide Titles</vt:lpstr>
      </vt:variant>
      <vt:variant>
        <vt:i4>5</vt:i4>
      </vt:variant>
    </vt:vector>
  </HeadingPairs>
  <TitlesOfParts>
    <vt:vector size="6" baseType="lpstr">
      <vt:lpstr>BohoVogueVTI</vt:lpstr>
      <vt:lpstr>Coursework presentation</vt:lpstr>
      <vt:lpstr>Adding an event</vt:lpstr>
      <vt:lpstr>Deleting an event</vt:lpstr>
      <vt:lpstr>Chart and editing event records</vt:lpstr>
      <vt:lpstr>Database and javascript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223</cp:revision>
  <dcterms:created xsi:type="dcterms:W3CDTF">2026-04-23T15:47:10Z</dcterms:created>
  <dcterms:modified xsi:type="dcterms:W3CDTF">2026-04-23T19:35:43Z</dcterms:modified>
</cp:coreProperties>
</file>