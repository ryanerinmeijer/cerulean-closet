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4E2F5-17C3-4F3D-B805-18BC32D07954}" v="23" dt="2026-04-24T04:16:38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eijer" userId="8bf6222f6a75d58e" providerId="LiveId" clId="{6313523C-BCC6-4046-B2E3-B84A4F0D2F11}"/>
    <pc:docChg chg="undo custSel addSld modSld">
      <pc:chgData name="Ryan Meijer" userId="8bf6222f6a75d58e" providerId="LiveId" clId="{6313523C-BCC6-4046-B2E3-B84A4F0D2F11}" dt="2026-04-24T04:16:49.612" v="1505" actId="1076"/>
      <pc:docMkLst>
        <pc:docMk/>
      </pc:docMkLst>
      <pc:sldChg chg="addSp delSp modSp new mod setBg addAnim delAnim modAnim">
        <pc:chgData name="Ryan Meijer" userId="8bf6222f6a75d58e" providerId="LiveId" clId="{6313523C-BCC6-4046-B2E3-B84A4F0D2F11}" dt="2026-04-24T04:16:11.722" v="1497"/>
        <pc:sldMkLst>
          <pc:docMk/>
          <pc:sldMk cId="3428483531" sldId="256"/>
        </pc:sldMkLst>
        <pc:spChg chg="mo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2" creationId="{CFD2D2FA-1D96-96B6-BE30-FDC6511942F1}"/>
          </ac:spMkLst>
        </pc:spChg>
        <pc:spChg chg="mo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3" creationId="{5F66BC7F-DBE5-6625-C2A1-88E3EDC25643}"/>
          </ac:spMkLst>
        </pc:spChg>
        <pc:spChg chg="add del">
          <ac:chgData name="Ryan Meijer" userId="8bf6222f6a75d58e" providerId="LiveId" clId="{6313523C-BCC6-4046-B2E3-B84A4F0D2F11}" dt="2026-04-24T00:41:45.827" v="40" actId="478"/>
          <ac:spMkLst>
            <pc:docMk/>
            <pc:sldMk cId="3428483531" sldId="256"/>
            <ac:spMk id="4" creationId="{DCBDB1BA-ADAA-D3BD-C631-38F1D0BD1B31}"/>
          </ac:spMkLst>
        </pc:spChg>
        <pc:spChg chg="mo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5" creationId="{82902DC5-6B3C-E1CD-E5F7-70DC49CD01AF}"/>
          </ac:spMkLst>
        </pc:spChg>
        <pc:spChg chg="add del">
          <ac:chgData name="Ryan Meijer" userId="8bf6222f6a75d58e" providerId="LiveId" clId="{6313523C-BCC6-4046-B2E3-B84A4F0D2F11}" dt="2026-04-24T04:15:51.732" v="1488" actId="26606"/>
          <ac:spMkLst>
            <pc:docMk/>
            <pc:sldMk cId="3428483531" sldId="256"/>
            <ac:spMk id="10" creationId="{4522B21E-B2B9-4C72-9A71-C87EFD137480}"/>
          </ac:spMkLst>
        </pc:spChg>
        <pc:spChg chg="add del">
          <ac:chgData name="Ryan Meijer" userId="8bf6222f6a75d58e" providerId="LiveId" clId="{6313523C-BCC6-4046-B2E3-B84A4F0D2F11}" dt="2026-04-24T04:15:51.732" v="1488" actId="26606"/>
          <ac:spMkLst>
            <pc:docMk/>
            <pc:sldMk cId="3428483531" sldId="256"/>
            <ac:spMk id="12" creationId="{5EB7D2A2-F448-44D4-938C-DC84CBCB3B1E}"/>
          </ac:spMkLst>
        </pc:spChg>
        <pc:spChg chg="add del">
          <ac:chgData name="Ryan Meijer" userId="8bf6222f6a75d58e" providerId="LiveId" clId="{6313523C-BCC6-4046-B2E3-B84A4F0D2F11}" dt="2026-04-24T04:15:51.732" v="1488" actId="26606"/>
          <ac:spMkLst>
            <pc:docMk/>
            <pc:sldMk cId="3428483531" sldId="256"/>
            <ac:spMk id="14" creationId="{871AEA07-1E14-44B4-8E55-64EF049CD66F}"/>
          </ac:spMkLst>
        </pc:spChg>
        <pc:spChg chg="add del">
          <ac:chgData name="Ryan Meijer" userId="8bf6222f6a75d58e" providerId="LiveId" clId="{6313523C-BCC6-4046-B2E3-B84A4F0D2F11}" dt="2026-04-24T04:15:54.640" v="1490" actId="26606"/>
          <ac:spMkLst>
            <pc:docMk/>
            <pc:sldMk cId="3428483531" sldId="256"/>
            <ac:spMk id="18" creationId="{9095C1F4-AE7F-44E4-8693-40D3D6831140}"/>
          </ac:spMkLst>
        </pc:spChg>
        <pc:spChg chg="add del">
          <ac:chgData name="Ryan Meijer" userId="8bf6222f6a75d58e" providerId="LiveId" clId="{6313523C-BCC6-4046-B2E3-B84A4F0D2F11}" dt="2026-04-24T04:15:54.640" v="1490" actId="26606"/>
          <ac:spMkLst>
            <pc:docMk/>
            <pc:sldMk cId="3428483531" sldId="256"/>
            <ac:spMk id="21" creationId="{871AEA07-1E14-44B4-8E55-64EF049CD66F}"/>
          </ac:spMkLst>
        </pc:spChg>
        <pc:spChg chg="add del">
          <ac:chgData name="Ryan Meijer" userId="8bf6222f6a75d58e" providerId="LiveId" clId="{6313523C-BCC6-4046-B2E3-B84A4F0D2F11}" dt="2026-04-24T04:15:58.878" v="1492" actId="26606"/>
          <ac:spMkLst>
            <pc:docMk/>
            <pc:sldMk cId="3428483531" sldId="256"/>
            <ac:spMk id="23" creationId="{D5B339F4-93B9-4E04-9721-143AD6782EA9}"/>
          </ac:spMkLst>
        </pc:spChg>
        <pc:spChg chg="add del">
          <ac:chgData name="Ryan Meijer" userId="8bf6222f6a75d58e" providerId="LiveId" clId="{6313523C-BCC6-4046-B2E3-B84A4F0D2F11}" dt="2026-04-24T04:15:58.878" v="1492" actId="26606"/>
          <ac:spMkLst>
            <pc:docMk/>
            <pc:sldMk cId="3428483531" sldId="256"/>
            <ac:spMk id="26" creationId="{871AEA07-1E14-44B4-8E55-64EF049CD66F}"/>
          </ac:spMkLst>
        </pc:spChg>
        <pc:spChg chg="ad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28" creationId="{4522B21E-B2B9-4C72-9A71-C87EFD137480}"/>
          </ac:spMkLst>
        </pc:spChg>
        <pc:spChg chg="ad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29" creationId="{5EB7D2A2-F448-44D4-938C-DC84CBCB3B1E}"/>
          </ac:spMkLst>
        </pc:spChg>
        <pc:spChg chg="add">
          <ac:chgData name="Ryan Meijer" userId="8bf6222f6a75d58e" providerId="LiveId" clId="{6313523C-BCC6-4046-B2E3-B84A4F0D2F11}" dt="2026-04-24T04:15:58.900" v="1493" actId="26606"/>
          <ac:spMkLst>
            <pc:docMk/>
            <pc:sldMk cId="3428483531" sldId="256"/>
            <ac:spMk id="30" creationId="{871AEA07-1E14-44B4-8E55-64EF049CD66F}"/>
          </ac:spMkLst>
        </pc:spChg>
        <pc:grpChg chg="add del">
          <ac:chgData name="Ryan Meijer" userId="8bf6222f6a75d58e" providerId="LiveId" clId="{6313523C-BCC6-4046-B2E3-B84A4F0D2F11}" dt="2026-04-24T04:15:54.640" v="1490" actId="26606"/>
          <ac:grpSpMkLst>
            <pc:docMk/>
            <pc:sldMk cId="3428483531" sldId="256"/>
            <ac:grpSpMk id="19" creationId="{8734DDD3-F723-4DD3-8ABE-EC0B2AC87D74}"/>
          </ac:grpSpMkLst>
        </pc:grpChg>
        <pc:grpChg chg="add del">
          <ac:chgData name="Ryan Meijer" userId="8bf6222f6a75d58e" providerId="LiveId" clId="{6313523C-BCC6-4046-B2E3-B84A4F0D2F11}" dt="2026-04-24T04:15:58.878" v="1492" actId="26606"/>
          <ac:grpSpMkLst>
            <pc:docMk/>
            <pc:sldMk cId="3428483531" sldId="256"/>
            <ac:grpSpMk id="24" creationId="{8734DDD3-F723-4DD3-8ABE-EC0B2AC87D74}"/>
          </ac:grpSpMkLst>
        </pc:grpChg>
        <pc:cxnChg chg="add del">
          <ac:chgData name="Ryan Meijer" userId="8bf6222f6a75d58e" providerId="LiveId" clId="{6313523C-BCC6-4046-B2E3-B84A4F0D2F11}" dt="2026-04-24T04:15:51.732" v="1488" actId="26606"/>
          <ac:cxnSpMkLst>
            <pc:docMk/>
            <pc:sldMk cId="3428483531" sldId="256"/>
            <ac:cxnSpMk id="16" creationId="{F7C8EA93-3210-4C62-99E9-153C275E3A87}"/>
          </ac:cxnSpMkLst>
        </pc:cxnChg>
        <pc:cxnChg chg="add">
          <ac:chgData name="Ryan Meijer" userId="8bf6222f6a75d58e" providerId="LiveId" clId="{6313523C-BCC6-4046-B2E3-B84A4F0D2F11}" dt="2026-04-24T04:15:58.900" v="1493" actId="26606"/>
          <ac:cxnSpMkLst>
            <pc:docMk/>
            <pc:sldMk cId="3428483531" sldId="256"/>
            <ac:cxnSpMk id="31" creationId="{F7C8EA93-3210-4C62-99E9-153C275E3A87}"/>
          </ac:cxnSpMkLst>
        </pc:cxnChg>
      </pc:sldChg>
      <pc:sldChg chg="addSp delSp modSp new mod setBg">
        <pc:chgData name="Ryan Meijer" userId="8bf6222f6a75d58e" providerId="LiveId" clId="{6313523C-BCC6-4046-B2E3-B84A4F0D2F11}" dt="2026-04-24T04:16:35.479" v="1501" actId="1076"/>
        <pc:sldMkLst>
          <pc:docMk/>
          <pc:sldMk cId="3127640409" sldId="257"/>
        </pc:sldMkLst>
        <pc:spChg chg="del">
          <ac:chgData name="Ryan Meijer" userId="8bf6222f6a75d58e" providerId="LiveId" clId="{6313523C-BCC6-4046-B2E3-B84A4F0D2F11}" dt="2026-04-23T23:54:02.692" v="2" actId="478"/>
          <ac:spMkLst>
            <pc:docMk/>
            <pc:sldMk cId="3127640409" sldId="257"/>
            <ac:spMk id="2" creationId="{086269EC-2212-3F08-BFDF-E7640BF4AB19}"/>
          </ac:spMkLst>
        </pc:spChg>
        <pc:spChg chg="del">
          <ac:chgData name="Ryan Meijer" userId="8bf6222f6a75d58e" providerId="LiveId" clId="{6313523C-BCC6-4046-B2E3-B84A4F0D2F11}" dt="2026-04-23T23:54:03.983" v="3" actId="478"/>
          <ac:spMkLst>
            <pc:docMk/>
            <pc:sldMk cId="3127640409" sldId="257"/>
            <ac:spMk id="3" creationId="{29AB5255-7AFF-1B19-6AEE-E20C5BA80A09}"/>
          </ac:spMkLst>
        </pc:spChg>
        <pc:spChg chg="add mo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6" creationId="{042BFE92-573A-4CAC-5506-F3D436968677}"/>
          </ac:spMkLst>
        </pc:spChg>
        <pc:spChg chg="add del mod">
          <ac:chgData name="Ryan Meijer" userId="8bf6222f6a75d58e" providerId="LiveId" clId="{6313523C-BCC6-4046-B2E3-B84A4F0D2F11}" dt="2026-04-24T03:52:36.094" v="224"/>
          <ac:spMkLst>
            <pc:docMk/>
            <pc:sldMk cId="3127640409" sldId="257"/>
            <ac:spMk id="9" creationId="{C665A218-B323-ABB0-8F08-2BCBF4B0A511}"/>
          </ac:spMkLst>
        </pc:spChg>
        <pc:spChg chg="mo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10" creationId="{F5FA2155-5913-0198-8AE8-CE68D9ABE614}"/>
          </ac:spMkLst>
        </pc:spChg>
        <pc:spChg chg="add mod or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11" creationId="{D2B087B5-F974-E677-D6DE-6173F4D29095}"/>
          </ac:spMkLst>
        </pc:spChg>
        <pc:spChg chg="add del mod">
          <ac:chgData name="Ryan Meijer" userId="8bf6222f6a75d58e" providerId="LiveId" clId="{6313523C-BCC6-4046-B2E3-B84A4F0D2F11}" dt="2026-04-24T04:15:31.524" v="1482" actId="478"/>
          <ac:spMkLst>
            <pc:docMk/>
            <pc:sldMk cId="3127640409" sldId="257"/>
            <ac:spMk id="12" creationId="{AF49306C-D177-576C-937E-9288F5409F97}"/>
          </ac:spMkLst>
        </pc:spChg>
        <pc:spChg chg="add del mod">
          <ac:chgData name="Ryan Meijer" userId="8bf6222f6a75d58e" providerId="LiveId" clId="{6313523C-BCC6-4046-B2E3-B84A4F0D2F11}" dt="2026-04-24T04:15:35.828" v="1483" actId="478"/>
          <ac:spMkLst>
            <pc:docMk/>
            <pc:sldMk cId="3127640409" sldId="257"/>
            <ac:spMk id="13" creationId="{8B475B8D-3887-6A61-1ADB-361705EE57A5}"/>
          </ac:spMkLst>
        </pc:spChg>
        <pc:spChg chg="add mod">
          <ac:chgData name="Ryan Meijer" userId="8bf6222f6a75d58e" providerId="LiveId" clId="{6313523C-BCC6-4046-B2E3-B84A4F0D2F11}" dt="2026-04-24T04:16:29.772" v="1499" actId="1076"/>
          <ac:spMkLst>
            <pc:docMk/>
            <pc:sldMk cId="3127640409" sldId="257"/>
            <ac:spMk id="14" creationId="{C43D7D11-087F-62CE-589E-6821A2CB9A4D}"/>
          </ac:spMkLst>
        </pc:spChg>
        <pc:spChg chg="add mod">
          <ac:chgData name="Ryan Meijer" userId="8bf6222f6a75d58e" providerId="LiveId" clId="{6313523C-BCC6-4046-B2E3-B84A4F0D2F11}" dt="2026-04-24T04:16:35.479" v="1501" actId="1076"/>
          <ac:spMkLst>
            <pc:docMk/>
            <pc:sldMk cId="3127640409" sldId="257"/>
            <ac:spMk id="15" creationId="{CBFF14D5-26CC-8B75-A8E2-0DE61E632C14}"/>
          </ac:spMkLst>
        </pc:spChg>
        <pc:spChg chg="ad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16" creationId="{922F19F4-FE70-43DC-856F-2CE5F521DC48}"/>
          </ac:spMkLst>
        </pc:spChg>
        <pc:spChg chg="ad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23" creationId="{D5B0017B-2ECA-49AF-B397-DC140825DF8D}"/>
          </ac:spMkLst>
        </pc:spChg>
        <pc:spChg chg="ad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25" creationId="{395ECC94-3D5E-46A7-A7A1-DE807E1563B4}"/>
          </ac:spMkLst>
        </pc:spChg>
        <pc:spChg chg="add">
          <ac:chgData name="Ryan Meijer" userId="8bf6222f6a75d58e" providerId="LiveId" clId="{6313523C-BCC6-4046-B2E3-B84A4F0D2F11}" dt="2026-04-24T04:15:39.322" v="1484" actId="26606"/>
          <ac:spMkLst>
            <pc:docMk/>
            <pc:sldMk cId="3127640409" sldId="257"/>
            <ac:spMk id="27" creationId="{7E549738-9961-462D-81B7-4A7A44691102}"/>
          </ac:spMkLst>
        </pc:spChg>
        <pc:grpChg chg="add">
          <ac:chgData name="Ryan Meijer" userId="8bf6222f6a75d58e" providerId="LiveId" clId="{6313523C-BCC6-4046-B2E3-B84A4F0D2F11}" dt="2026-04-24T04:15:39.322" v="1484" actId="26606"/>
          <ac:grpSpMkLst>
            <pc:docMk/>
            <pc:sldMk cId="3127640409" sldId="257"/>
            <ac:grpSpMk id="18" creationId="{AE1C45F0-260A-458C-96ED-C1F6D2151219}"/>
          </ac:grpSpMkLst>
        </pc:grpChg>
        <pc:picChg chg="add mod ord modCrop">
          <ac:chgData name="Ryan Meijer" userId="8bf6222f6a75d58e" providerId="LiveId" clId="{6313523C-BCC6-4046-B2E3-B84A4F0D2F11}" dt="2026-04-24T04:15:39.322" v="1484" actId="26606"/>
          <ac:picMkLst>
            <pc:docMk/>
            <pc:sldMk cId="3127640409" sldId="257"/>
            <ac:picMk id="5" creationId="{F7EDC966-FFA8-CE31-2978-454D9EDF96EB}"/>
          </ac:picMkLst>
        </pc:picChg>
        <pc:picChg chg="add mod modCrop">
          <ac:chgData name="Ryan Meijer" userId="8bf6222f6a75d58e" providerId="LiveId" clId="{6313523C-BCC6-4046-B2E3-B84A4F0D2F11}" dt="2026-04-24T04:15:39.322" v="1484" actId="26606"/>
          <ac:picMkLst>
            <pc:docMk/>
            <pc:sldMk cId="3127640409" sldId="257"/>
            <ac:picMk id="8" creationId="{6A382C7E-5888-44EE-C707-75230C7AF493}"/>
          </ac:picMkLst>
        </pc:picChg>
      </pc:sldChg>
      <pc:sldChg chg="addSp delSp modSp new mod setBg">
        <pc:chgData name="Ryan Meijer" userId="8bf6222f6a75d58e" providerId="LiveId" clId="{6313523C-BCC6-4046-B2E3-B84A4F0D2F11}" dt="2026-04-24T04:15:25.305" v="1481" actId="26606"/>
        <pc:sldMkLst>
          <pc:docMk/>
          <pc:sldMk cId="3577404602" sldId="258"/>
        </pc:sldMkLst>
        <pc:spChg chg="mo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2" creationId="{2D5B5925-A90D-66D9-0268-0CFA49187F1F}"/>
          </ac:spMkLst>
        </pc:spChg>
        <pc:spChg chg="del">
          <ac:chgData name="Ryan Meijer" userId="8bf6222f6a75d58e" providerId="LiveId" clId="{6313523C-BCC6-4046-B2E3-B84A4F0D2F11}" dt="2026-04-24T00:10:21.977" v="8" actId="22"/>
          <ac:spMkLst>
            <pc:docMk/>
            <pc:sldMk cId="3577404602" sldId="258"/>
            <ac:spMk id="3" creationId="{4B7BC12E-F3B8-0722-0D39-1B3C7CA5AE56}"/>
          </ac:spMkLst>
        </pc:spChg>
        <pc:spChg chg="mo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6" creationId="{22AB4F99-7B33-213E-33A4-26DB4CD94709}"/>
          </ac:spMkLst>
        </pc:spChg>
        <pc:spChg chg="add mod or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7" creationId="{B8547089-39AD-08FA-B306-B1787EACA74A}"/>
          </ac:spMkLst>
        </pc:spChg>
        <pc:spChg chg="ad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12" creationId="{DBC6133C-0615-4CE4-9132-37E609A9BDFA}"/>
          </ac:spMkLst>
        </pc:spChg>
        <pc:spChg chg="ad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14" creationId="{169CC832-2974-4E8D-90ED-3E2941BA7336}"/>
          </ac:spMkLst>
        </pc:spChg>
        <pc:spChg chg="ad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16" creationId="{55222F96-971A-4F90-B841-6BAB416C7AC1}"/>
          </ac:spMkLst>
        </pc:spChg>
        <pc:spChg chg="ad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18" creationId="{08980754-6F4B-43C9-B9BE-127B6BED6586}"/>
          </ac:spMkLst>
        </pc:spChg>
        <pc:spChg chg="add">
          <ac:chgData name="Ryan Meijer" userId="8bf6222f6a75d58e" providerId="LiveId" clId="{6313523C-BCC6-4046-B2E3-B84A4F0D2F11}" dt="2026-04-24T04:15:25.305" v="1481" actId="26606"/>
          <ac:spMkLst>
            <pc:docMk/>
            <pc:sldMk cId="3577404602" sldId="258"/>
            <ac:spMk id="20" creationId="{2C1BBA94-3F40-40AA-8BB9-E69E25E537C1}"/>
          </ac:spMkLst>
        </pc:spChg>
        <pc:picChg chg="add mod ord">
          <ac:chgData name="Ryan Meijer" userId="8bf6222f6a75d58e" providerId="LiveId" clId="{6313523C-BCC6-4046-B2E3-B84A4F0D2F11}" dt="2026-04-24T04:15:25.305" v="1481" actId="26606"/>
          <ac:picMkLst>
            <pc:docMk/>
            <pc:sldMk cId="3577404602" sldId="258"/>
            <ac:picMk id="5" creationId="{C7C210AC-7BAD-A000-7348-AD4037384D29}"/>
          </ac:picMkLst>
        </pc:picChg>
      </pc:sldChg>
      <pc:sldChg chg="addSp delSp modSp new mod setBg">
        <pc:chgData name="Ryan Meijer" userId="8bf6222f6a75d58e" providerId="LiveId" clId="{6313523C-BCC6-4046-B2E3-B84A4F0D2F11}" dt="2026-04-24T04:15:19.848" v="1480" actId="14100"/>
        <pc:sldMkLst>
          <pc:docMk/>
          <pc:sldMk cId="1629869801" sldId="259"/>
        </pc:sldMkLst>
        <pc:spChg chg="mo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2" creationId="{7C92EE0B-E310-F3A2-8E2A-3F69C43E57F1}"/>
          </ac:spMkLst>
        </pc:spChg>
        <pc:spChg chg="del">
          <ac:chgData name="Ryan Meijer" userId="8bf6222f6a75d58e" providerId="LiveId" clId="{6313523C-BCC6-4046-B2E3-B84A4F0D2F11}" dt="2026-04-24T00:11:49.110" v="11" actId="22"/>
          <ac:spMkLst>
            <pc:docMk/>
            <pc:sldMk cId="1629869801" sldId="259"/>
            <ac:spMk id="3" creationId="{B1B8409B-B5AE-AF39-8D31-FCEA873B1DB1}"/>
          </ac:spMkLst>
        </pc:spChg>
        <pc:spChg chg="mo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6" creationId="{8EFA1256-D449-2BD5-4920-5CE9650E04F3}"/>
          </ac:spMkLst>
        </pc:spChg>
        <pc:spChg chg="add mod or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7" creationId="{E1DC79A1-7E2E-C6ED-9585-CA84667CFEFF}"/>
          </ac:spMkLst>
        </pc:spChg>
        <pc:spChg chg="ad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12" creationId="{058A14AF-9FB5-4CC7-BA35-E8E85D3EDF0E}"/>
          </ac:spMkLst>
        </pc:spChg>
        <pc:spChg chg="ad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14" creationId="{3A9A4357-BD1D-4622-A4FE-766E6AB8DE84}"/>
          </ac:spMkLst>
        </pc:spChg>
        <pc:spChg chg="ad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16" creationId="{E659831F-0D9A-4C63-9EBB-8435B85A440F}"/>
          </ac:spMkLst>
        </pc:spChg>
        <pc:spChg chg="add">
          <ac:chgData name="Ryan Meijer" userId="8bf6222f6a75d58e" providerId="LiveId" clId="{6313523C-BCC6-4046-B2E3-B84A4F0D2F11}" dt="2026-04-24T04:15:14.111" v="1479" actId="26606"/>
          <ac:spMkLst>
            <pc:docMk/>
            <pc:sldMk cId="1629869801" sldId="259"/>
            <ac:spMk id="18" creationId="{E6995CE5-F890-4ABA-82A2-26507CE8D2A3}"/>
          </ac:spMkLst>
        </pc:spChg>
        <pc:picChg chg="add mod ord">
          <ac:chgData name="Ryan Meijer" userId="8bf6222f6a75d58e" providerId="LiveId" clId="{6313523C-BCC6-4046-B2E3-B84A4F0D2F11}" dt="2026-04-24T04:15:19.848" v="1480" actId="14100"/>
          <ac:picMkLst>
            <pc:docMk/>
            <pc:sldMk cId="1629869801" sldId="259"/>
            <ac:picMk id="5" creationId="{47E80A9A-D1CD-0644-2F7A-3DC6ADF20A27}"/>
          </ac:picMkLst>
        </pc:picChg>
      </pc:sldChg>
      <pc:sldChg chg="addSp delSp modSp new mod setBg">
        <pc:chgData name="Ryan Meijer" userId="8bf6222f6a75d58e" providerId="LiveId" clId="{6313523C-BCC6-4046-B2E3-B84A4F0D2F11}" dt="2026-04-24T04:15:05.924" v="1478" actId="26606"/>
        <pc:sldMkLst>
          <pc:docMk/>
          <pc:sldMk cId="188949400" sldId="260"/>
        </pc:sldMkLst>
        <pc:spChg chg="mo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2" creationId="{EE2FE065-4593-9422-0EB8-F613AFD112E7}"/>
          </ac:spMkLst>
        </pc:spChg>
        <pc:spChg chg="del">
          <ac:chgData name="Ryan Meijer" userId="8bf6222f6a75d58e" providerId="LiveId" clId="{6313523C-BCC6-4046-B2E3-B84A4F0D2F11}" dt="2026-04-24T00:12:49.789" v="14" actId="22"/>
          <ac:spMkLst>
            <pc:docMk/>
            <pc:sldMk cId="188949400" sldId="260"/>
            <ac:spMk id="3" creationId="{F0464A73-AC16-0214-6247-D1DA4DB8C468}"/>
          </ac:spMkLst>
        </pc:spChg>
        <pc:spChg chg="mod or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6" creationId="{1816F221-440E-A4AD-ED77-A838E950A065}"/>
          </ac:spMkLst>
        </pc:spChg>
        <pc:spChg chg="add mo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7" creationId="{AF245A27-D3C7-A975-A580-67FFD768D940}"/>
          </ac:spMkLst>
        </pc:spChg>
        <pc:spChg chg="ad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12" creationId="{9A724DBA-D2D9-471E-8ED7-2015DDD950DF}"/>
          </ac:spMkLst>
        </pc:spChg>
        <pc:spChg chg="ad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14" creationId="{08980754-6F4B-43C9-B9BE-127B6BED6586}"/>
          </ac:spMkLst>
        </pc:spChg>
        <pc:spChg chg="ad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16" creationId="{2C1BBA94-3F40-40AA-8BB9-E69E25E537C1}"/>
          </ac:spMkLst>
        </pc:spChg>
        <pc:spChg chg="ad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18" creationId="{169CC832-2974-4E8D-90ED-3E2941BA7336}"/>
          </ac:spMkLst>
        </pc:spChg>
        <pc:spChg chg="add">
          <ac:chgData name="Ryan Meijer" userId="8bf6222f6a75d58e" providerId="LiveId" clId="{6313523C-BCC6-4046-B2E3-B84A4F0D2F11}" dt="2026-04-24T04:15:05.924" v="1478" actId="26606"/>
          <ac:spMkLst>
            <pc:docMk/>
            <pc:sldMk cId="188949400" sldId="260"/>
            <ac:spMk id="20" creationId="{55222F96-971A-4F90-B841-6BAB416C7AC1}"/>
          </ac:spMkLst>
        </pc:spChg>
        <pc:picChg chg="add mod ord">
          <ac:chgData name="Ryan Meijer" userId="8bf6222f6a75d58e" providerId="LiveId" clId="{6313523C-BCC6-4046-B2E3-B84A4F0D2F11}" dt="2026-04-24T04:15:05.924" v="1478" actId="26606"/>
          <ac:picMkLst>
            <pc:docMk/>
            <pc:sldMk cId="188949400" sldId="260"/>
            <ac:picMk id="5" creationId="{DF2C6A13-D689-E229-C835-5B5AE33D9B4A}"/>
          </ac:picMkLst>
        </pc:picChg>
      </pc:sldChg>
      <pc:sldChg chg="addSp delSp modSp new mod setBg">
        <pc:chgData name="Ryan Meijer" userId="8bf6222f6a75d58e" providerId="LiveId" clId="{6313523C-BCC6-4046-B2E3-B84A4F0D2F11}" dt="2026-04-24T04:14:22.322" v="1472" actId="26606"/>
        <pc:sldMkLst>
          <pc:docMk/>
          <pc:sldMk cId="3103278735" sldId="261"/>
        </pc:sldMkLst>
        <pc:spChg chg="mo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2" creationId="{5EFA4BEA-27DF-753F-431A-839E3E2DE64E}"/>
          </ac:spMkLst>
        </pc:spChg>
        <pc:spChg chg="del">
          <ac:chgData name="Ryan Meijer" userId="8bf6222f6a75d58e" providerId="LiveId" clId="{6313523C-BCC6-4046-B2E3-B84A4F0D2F11}" dt="2026-04-24T00:14:08.698" v="18" actId="22"/>
          <ac:spMkLst>
            <pc:docMk/>
            <pc:sldMk cId="3103278735" sldId="261"/>
            <ac:spMk id="3" creationId="{77D2AA09-64B2-54D7-8B42-5A545EEB4757}"/>
          </ac:spMkLst>
        </pc:spChg>
        <pc:spChg chg="mo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8" creationId="{587C2175-5C1D-EAB7-888D-6CB9B95F5A84}"/>
          </ac:spMkLst>
        </pc:spChg>
        <pc:spChg chg="add mod or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9" creationId="{CDFDA4BF-9F36-C0FB-8393-FBADB0C44A7A}"/>
          </ac:spMkLst>
        </pc:spChg>
        <pc:spChg chg="ad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14" creationId="{149FB5C3-7336-4FE0-A30C-CC0A3646D499}"/>
          </ac:spMkLst>
        </pc:spChg>
        <pc:spChg chg="ad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20" creationId="{0DA909B4-15FF-46A6-8A7F-7AEF977FE9ED}"/>
          </ac:spMkLst>
        </pc:spChg>
        <pc:spChg chg="add">
          <ac:chgData name="Ryan Meijer" userId="8bf6222f6a75d58e" providerId="LiveId" clId="{6313523C-BCC6-4046-B2E3-B84A4F0D2F11}" dt="2026-04-24T04:14:22.322" v="1472" actId="26606"/>
          <ac:spMkLst>
            <pc:docMk/>
            <pc:sldMk cId="3103278735" sldId="261"/>
            <ac:spMk id="22" creationId="{1382A32C-5B0C-4B1C-A074-76C6DBCC9F87}"/>
          </ac:spMkLst>
        </pc:spChg>
        <pc:grpChg chg="add">
          <ac:chgData name="Ryan Meijer" userId="8bf6222f6a75d58e" providerId="LiveId" clId="{6313523C-BCC6-4046-B2E3-B84A4F0D2F11}" dt="2026-04-24T04:14:22.322" v="1472" actId="26606"/>
          <ac:grpSpMkLst>
            <pc:docMk/>
            <pc:sldMk cId="3103278735" sldId="261"/>
            <ac:grpSpMk id="16" creationId="{19A6B5CE-CB1D-48EE-8B43-E952235C8371}"/>
          </ac:grpSpMkLst>
        </pc:grpChg>
        <pc:picChg chg="add mod ord modCrop">
          <ac:chgData name="Ryan Meijer" userId="8bf6222f6a75d58e" providerId="LiveId" clId="{6313523C-BCC6-4046-B2E3-B84A4F0D2F11}" dt="2026-04-24T04:14:22.322" v="1472" actId="26606"/>
          <ac:picMkLst>
            <pc:docMk/>
            <pc:sldMk cId="3103278735" sldId="261"/>
            <ac:picMk id="5" creationId="{92AA87C6-23A5-1962-C137-7EAD0DC1AE43}"/>
          </ac:picMkLst>
        </pc:picChg>
        <pc:picChg chg="add mod modCrop">
          <ac:chgData name="Ryan Meijer" userId="8bf6222f6a75d58e" providerId="LiveId" clId="{6313523C-BCC6-4046-B2E3-B84A4F0D2F11}" dt="2026-04-24T04:14:22.322" v="1472" actId="26606"/>
          <ac:picMkLst>
            <pc:docMk/>
            <pc:sldMk cId="3103278735" sldId="261"/>
            <ac:picMk id="7" creationId="{77FA6742-B30B-7A5B-F5D1-045BA25A433D}"/>
          </ac:picMkLst>
        </pc:picChg>
      </pc:sldChg>
      <pc:sldChg chg="addSp delSp modSp new mod setBg">
        <pc:chgData name="Ryan Meijer" userId="8bf6222f6a75d58e" providerId="LiveId" clId="{6313523C-BCC6-4046-B2E3-B84A4F0D2F11}" dt="2026-04-24T04:14:31.469" v="1473" actId="26606"/>
        <pc:sldMkLst>
          <pc:docMk/>
          <pc:sldMk cId="1115794449" sldId="262"/>
        </pc:sldMkLst>
        <pc:spChg chg="mo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2" creationId="{A02E95ED-0DAD-9193-48D8-E8F57215C924}"/>
          </ac:spMkLst>
        </pc:spChg>
        <pc:spChg chg="del">
          <ac:chgData name="Ryan Meijer" userId="8bf6222f6a75d58e" providerId="LiveId" clId="{6313523C-BCC6-4046-B2E3-B84A4F0D2F11}" dt="2026-04-24T00:15:55.424" v="25" actId="22"/>
          <ac:spMkLst>
            <pc:docMk/>
            <pc:sldMk cId="1115794449" sldId="262"/>
            <ac:spMk id="3" creationId="{F5D9A3AC-38B3-81F1-5AFC-78235D51DA4F}"/>
          </ac:spMkLst>
        </pc:spChg>
        <pc:spChg chg="mo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6" creationId="{78041B3C-7336-9C95-D8B8-FE30CC08B1CA}"/>
          </ac:spMkLst>
        </pc:spChg>
        <pc:spChg chg="add mod">
          <ac:chgData name="Ryan Meijer" userId="8bf6222f6a75d58e" providerId="LiveId" clId="{6313523C-BCC6-4046-B2E3-B84A4F0D2F11}" dt="2026-04-24T04:11:51.542" v="1362"/>
          <ac:spMkLst>
            <pc:docMk/>
            <pc:sldMk cId="1115794449" sldId="262"/>
            <ac:spMk id="7" creationId="{E4FCE8C5-618B-CC1A-1EF1-254989CB10EA}"/>
          </ac:spMkLst>
        </pc:spChg>
        <pc:spChg chg="add mod or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8" creationId="{B71E2BB5-A7E3-BC0A-5152-952BA0C0B1DC}"/>
          </ac:spMkLst>
        </pc:spChg>
        <pc:spChg chg="ad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13" creationId="{201CC55D-ED54-4C5C-95E6-10947BD1103B}"/>
          </ac:spMkLst>
        </pc:spChg>
        <pc:spChg chg="ad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19" creationId="{3873B707-463F-40B0-8227-E8CC6C67EB25}"/>
          </ac:spMkLst>
        </pc:spChg>
        <pc:spChg chg="ad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21" creationId="{C13237C8-E62C-4F0D-A318-BD6FB6C2D138}"/>
          </ac:spMkLst>
        </pc:spChg>
        <pc:spChg chg="add">
          <ac:chgData name="Ryan Meijer" userId="8bf6222f6a75d58e" providerId="LiveId" clId="{6313523C-BCC6-4046-B2E3-B84A4F0D2F11}" dt="2026-04-24T04:14:31.469" v="1473" actId="26606"/>
          <ac:spMkLst>
            <pc:docMk/>
            <pc:sldMk cId="1115794449" sldId="262"/>
            <ac:spMk id="23" creationId="{19C9EAEA-39D0-4B0E-A0EB-51E7B26740B1}"/>
          </ac:spMkLst>
        </pc:spChg>
        <pc:grpChg chg="add">
          <ac:chgData name="Ryan Meijer" userId="8bf6222f6a75d58e" providerId="LiveId" clId="{6313523C-BCC6-4046-B2E3-B84A4F0D2F11}" dt="2026-04-24T04:14:31.469" v="1473" actId="26606"/>
          <ac:grpSpMkLst>
            <pc:docMk/>
            <pc:sldMk cId="1115794449" sldId="262"/>
            <ac:grpSpMk id="15" creationId="{1DE889C7-FAD6-4397-98E2-05D503484459}"/>
          </ac:grpSpMkLst>
        </pc:grpChg>
        <pc:picChg chg="add mod ord">
          <ac:chgData name="Ryan Meijer" userId="8bf6222f6a75d58e" providerId="LiveId" clId="{6313523C-BCC6-4046-B2E3-B84A4F0D2F11}" dt="2026-04-24T04:14:31.469" v="1473" actId="26606"/>
          <ac:picMkLst>
            <pc:docMk/>
            <pc:sldMk cId="1115794449" sldId="262"/>
            <ac:picMk id="5" creationId="{0C798CA0-9A78-0403-4256-A6A9E893DEC7}"/>
          </ac:picMkLst>
        </pc:picChg>
      </pc:sldChg>
      <pc:sldChg chg="addSp delSp modSp new mod setBg">
        <pc:chgData name="Ryan Meijer" userId="8bf6222f6a75d58e" providerId="LiveId" clId="{6313523C-BCC6-4046-B2E3-B84A4F0D2F11}" dt="2026-04-24T04:14:39.194" v="1474" actId="26606"/>
        <pc:sldMkLst>
          <pc:docMk/>
          <pc:sldMk cId="2510762101" sldId="263"/>
        </pc:sldMkLst>
        <pc:spChg chg="mo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2" creationId="{E4CB3E9B-1234-0E9F-96FA-C466F410B362}"/>
          </ac:spMkLst>
        </pc:spChg>
        <pc:spChg chg="del">
          <ac:chgData name="Ryan Meijer" userId="8bf6222f6a75d58e" providerId="LiveId" clId="{6313523C-BCC6-4046-B2E3-B84A4F0D2F11}" dt="2026-04-24T00:16:35.419" v="29" actId="22"/>
          <ac:spMkLst>
            <pc:docMk/>
            <pc:sldMk cId="2510762101" sldId="263"/>
            <ac:spMk id="3" creationId="{D2FBEB23-BBE0-E46C-9555-8793103430FF}"/>
          </ac:spMkLst>
        </pc:spChg>
        <pc:spChg chg="mo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8" creationId="{AD42C4E8-B4E7-908B-FDB3-2BCD38521301}"/>
          </ac:spMkLst>
        </pc:spChg>
        <pc:spChg chg="add mod">
          <ac:chgData name="Ryan Meijer" userId="8bf6222f6a75d58e" providerId="LiveId" clId="{6313523C-BCC6-4046-B2E3-B84A4F0D2F11}" dt="2026-04-24T04:06:58.769" v="1113"/>
          <ac:spMkLst>
            <pc:docMk/>
            <pc:sldMk cId="2510762101" sldId="263"/>
            <ac:spMk id="9" creationId="{60BD2621-FC0F-8546-850E-0A10F7F84EB8}"/>
          </ac:spMkLst>
        </pc:spChg>
        <pc:spChg chg="add mod or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10" creationId="{F32AC63A-BFA9-08E3-24A2-E0826CCC0C57}"/>
          </ac:spMkLst>
        </pc:spChg>
        <pc:spChg chg="ad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15" creationId="{149FB5C3-7336-4FE0-A30C-CC0A3646D499}"/>
          </ac:spMkLst>
        </pc:spChg>
        <pc:spChg chg="ad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21" creationId="{0DA909B4-15FF-46A6-8A7F-7AEF977FE9ED}"/>
          </ac:spMkLst>
        </pc:spChg>
        <pc:spChg chg="add">
          <ac:chgData name="Ryan Meijer" userId="8bf6222f6a75d58e" providerId="LiveId" clId="{6313523C-BCC6-4046-B2E3-B84A4F0D2F11}" dt="2026-04-24T04:14:39.194" v="1474" actId="26606"/>
          <ac:spMkLst>
            <pc:docMk/>
            <pc:sldMk cId="2510762101" sldId="263"/>
            <ac:spMk id="23" creationId="{1382A32C-5B0C-4B1C-A074-76C6DBCC9F87}"/>
          </ac:spMkLst>
        </pc:spChg>
        <pc:grpChg chg="add">
          <ac:chgData name="Ryan Meijer" userId="8bf6222f6a75d58e" providerId="LiveId" clId="{6313523C-BCC6-4046-B2E3-B84A4F0D2F11}" dt="2026-04-24T04:14:39.194" v="1474" actId="26606"/>
          <ac:grpSpMkLst>
            <pc:docMk/>
            <pc:sldMk cId="2510762101" sldId="263"/>
            <ac:grpSpMk id="17" creationId="{19A6B5CE-CB1D-48EE-8B43-E952235C8371}"/>
          </ac:grpSpMkLst>
        </pc:grpChg>
        <pc:picChg chg="add mod ord modCrop">
          <ac:chgData name="Ryan Meijer" userId="8bf6222f6a75d58e" providerId="LiveId" clId="{6313523C-BCC6-4046-B2E3-B84A4F0D2F11}" dt="2026-04-24T04:14:39.194" v="1474" actId="26606"/>
          <ac:picMkLst>
            <pc:docMk/>
            <pc:sldMk cId="2510762101" sldId="263"/>
            <ac:picMk id="5" creationId="{FD385754-72EA-ED01-8CDA-6EE730190A6B}"/>
          </ac:picMkLst>
        </pc:picChg>
        <pc:picChg chg="add mod modCrop">
          <ac:chgData name="Ryan Meijer" userId="8bf6222f6a75d58e" providerId="LiveId" clId="{6313523C-BCC6-4046-B2E3-B84A4F0D2F11}" dt="2026-04-24T04:14:39.194" v="1474" actId="26606"/>
          <ac:picMkLst>
            <pc:docMk/>
            <pc:sldMk cId="2510762101" sldId="263"/>
            <ac:picMk id="7" creationId="{E245CBFF-0A45-1A13-CCE5-867F3C5D6013}"/>
          </ac:picMkLst>
        </pc:picChg>
      </pc:sldChg>
      <pc:sldChg chg="addSp delSp modSp new mod setBg">
        <pc:chgData name="Ryan Meijer" userId="8bf6222f6a75d58e" providerId="LiveId" clId="{6313523C-BCC6-4046-B2E3-B84A4F0D2F11}" dt="2026-04-24T04:16:49.612" v="1505" actId="1076"/>
        <pc:sldMkLst>
          <pc:docMk/>
          <pc:sldMk cId="256041380" sldId="264"/>
        </pc:sldMkLst>
        <pc:spChg chg="mo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2" creationId="{C147B705-6B2A-FE3E-5B2B-DC2B8145D17F}"/>
          </ac:spMkLst>
        </pc:spChg>
        <pc:spChg chg="del">
          <ac:chgData name="Ryan Meijer" userId="8bf6222f6a75d58e" providerId="LiveId" clId="{6313523C-BCC6-4046-B2E3-B84A4F0D2F11}" dt="2026-04-24T00:25:05.716" v="37" actId="22"/>
          <ac:spMkLst>
            <pc:docMk/>
            <pc:sldMk cId="256041380" sldId="264"/>
            <ac:spMk id="3" creationId="{9267B0DE-A25A-F191-5EAB-A4F9BE99EE42}"/>
          </ac:spMkLst>
        </pc:spChg>
        <pc:spChg chg="mo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6" creationId="{C70DFC59-FB79-08FB-D40D-445266063A86}"/>
          </ac:spMkLst>
        </pc:spChg>
        <pc:spChg chg="add del">
          <ac:chgData name="Ryan Meijer" userId="8bf6222f6a75d58e" providerId="LiveId" clId="{6313523C-BCC6-4046-B2E3-B84A4F0D2F11}" dt="2026-04-24T04:08:16.687" v="1179" actId="22"/>
          <ac:spMkLst>
            <pc:docMk/>
            <pc:sldMk cId="256041380" sldId="264"/>
            <ac:spMk id="8" creationId="{F3874767-07A6-08EE-2065-6E7E621A8D7B}"/>
          </ac:spMkLst>
        </pc:spChg>
        <pc:spChg chg="add mod ord">
          <ac:chgData name="Ryan Meijer" userId="8bf6222f6a75d58e" providerId="LiveId" clId="{6313523C-BCC6-4046-B2E3-B84A4F0D2F11}" dt="2026-04-24T04:14:55.970" v="1477" actId="20577"/>
          <ac:spMkLst>
            <pc:docMk/>
            <pc:sldMk cId="256041380" sldId="264"/>
            <ac:spMk id="9" creationId="{DB51CBD6-1DB7-D69C-78B7-53C95E42C753}"/>
          </ac:spMkLst>
        </pc:spChg>
        <pc:spChg chg="add del mod">
          <ac:chgData name="Ryan Meijer" userId="8bf6222f6a75d58e" providerId="LiveId" clId="{6313523C-BCC6-4046-B2E3-B84A4F0D2F11}" dt="2026-04-24T04:14:47.621" v="1475" actId="478"/>
          <ac:spMkLst>
            <pc:docMk/>
            <pc:sldMk cId="256041380" sldId="264"/>
            <ac:spMk id="10" creationId="{F8869830-EF72-2352-4725-1BEEAFBE35C6}"/>
          </ac:spMkLst>
        </pc:spChg>
        <pc:spChg chg="add mod">
          <ac:chgData name="Ryan Meijer" userId="8bf6222f6a75d58e" providerId="LiveId" clId="{6313523C-BCC6-4046-B2E3-B84A4F0D2F11}" dt="2026-04-24T04:16:49.612" v="1505" actId="1076"/>
          <ac:spMkLst>
            <pc:docMk/>
            <pc:sldMk cId="256041380" sldId="264"/>
            <ac:spMk id="11" creationId="{C78B68A2-39ED-F932-198D-E690C1A74CF7}"/>
          </ac:spMkLst>
        </pc:spChg>
        <pc:spChg chg="ad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14" creationId="{058A14AF-9FB5-4CC7-BA35-E8E85D3EDF0E}"/>
          </ac:spMkLst>
        </pc:spChg>
        <pc:spChg chg="ad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16" creationId="{3A9A4357-BD1D-4622-A4FE-766E6AB8DE84}"/>
          </ac:spMkLst>
        </pc:spChg>
        <pc:spChg chg="ad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18" creationId="{E659831F-0D9A-4C63-9EBB-8435B85A440F}"/>
          </ac:spMkLst>
        </pc:spChg>
        <pc:spChg chg="add">
          <ac:chgData name="Ryan Meijer" userId="8bf6222f6a75d58e" providerId="LiveId" clId="{6313523C-BCC6-4046-B2E3-B84A4F0D2F11}" dt="2026-04-24T04:14:51.279" v="1476" actId="26606"/>
          <ac:spMkLst>
            <pc:docMk/>
            <pc:sldMk cId="256041380" sldId="264"/>
            <ac:spMk id="20" creationId="{E6995CE5-F890-4ABA-82A2-26507CE8D2A3}"/>
          </ac:spMkLst>
        </pc:spChg>
        <pc:picChg chg="add mod ord">
          <ac:chgData name="Ryan Meijer" userId="8bf6222f6a75d58e" providerId="LiveId" clId="{6313523C-BCC6-4046-B2E3-B84A4F0D2F11}" dt="2026-04-24T04:14:51.279" v="1476" actId="26606"/>
          <ac:picMkLst>
            <pc:docMk/>
            <pc:sldMk cId="256041380" sldId="264"/>
            <ac:picMk id="5" creationId="{2C873858-7535-1266-9947-00DBE711CE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959B0-6337-4E64-BCC4-6F7983DD148C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AD0F9-9C4C-48CE-A955-A5CA6E88B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32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729FC-F4DF-8421-1A73-58BC9729D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83CA1-3777-D772-1ECB-36E348530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FA69D-47F5-4A6C-3A39-5CC2AD67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82A5D-3C05-4AED-8A27-FFE5B3698E4E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5310E-F021-C345-E6A2-4578D95C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BB332-098B-956B-1F7D-1388DDC5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61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8AB5-42FD-FC4E-B78E-689E1484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58C3-8494-6D15-FE95-48B4F15CD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3E26-007A-F2BD-D89C-3A5271D0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97C6-E23E-4C98-8E72-5080284DF0AD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C85D-1714-0CA8-B044-66DE9CD6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49E3-4F36-2FE8-1E39-AC1BE219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81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48FA-1635-F63F-FCA1-7F1446BC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5F3DC-0595-7673-6504-8D24ED0F4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BF93-9A07-73D8-9CAA-8C9FE0AB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6234-8C17-4719-B9BA-885A6C8D08C1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602A-FF41-659E-7EFB-0AED50A9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CA3DF-AC5F-EE69-AB3E-C6C8B20E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62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E4AC-DA17-2772-9A9A-E2402A46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5CF3-29AB-CD0E-CA95-115F9B73B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96424-C567-8719-7C51-70E28F047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1F3CB-8EED-CF57-1A93-CDB3FB82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05DD-5612-45EB-B711-598DF01E40FB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8A048-568A-F2F3-EC14-97EAAE2E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770D5-8EA4-AB33-BBED-DB896931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5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F11A-6937-1EC8-AA4A-751D30C4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95EC0-CDF7-4159-EE9A-D9D1C1AB6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59AD4-0FC4-E300-BE27-66D86BA9E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951BF-A2D7-28F5-AF60-D0D4910C8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023E7-5F77-70E9-BB69-CE0F654CB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24018-B201-8036-2E76-D58E1A0F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6261-E8F6-4801-BEE8-54B53570C633}" type="datetime1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46ACF-D7CE-6663-8EC7-E813DCFB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E08C9-2AE6-EC19-9600-816C408D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37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F97E-AAE5-CED0-A3E3-866BD1D9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0E18A-1313-F04A-7CB5-50ABE8C6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4B360-7801-437F-90D6-D25D4B0A613F}" type="datetime1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6F5DF-0BC9-92CC-A95E-DD6450A7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0E259-3E73-F6F7-BFD3-CB208B05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85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BCD84-4F62-7D98-B9A0-51085202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A219-FF85-47E3-8889-379575483B11}" type="datetime1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803EC-D7A6-B460-839E-07C0A4FB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6FE1F-753C-C3A6-185C-591A83CA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95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17FA-AEA5-95A1-760C-4DF740BB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1757-0F28-F12C-F488-CC7F9D50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70A96-ED17-F131-2BD9-65E8EED51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BD2AD-03ED-02E2-7AD1-2BBC1F5C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E75-14FF-49D6-9993-EA441A3562DE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D507D-990C-9BF3-DC31-3210BF66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722D7-A852-000D-6754-4FC81DE8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16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BA73-A78E-D35B-8A35-9DF278DD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5C71C-9C4B-0A91-07B5-ACAD7E834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880A9-42DC-05DE-DB0B-9B1DB4C25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FB818-5967-C0E2-2B09-D4BD5FB8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406C5-8F6B-45EB-8D10-A4AA5A5C795B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00EE3-754A-3A7C-C522-7B3CB5C9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6EB85-D9A8-B4D7-2B08-E091DE9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43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2B75-EB3C-9EE6-C5AC-73B51675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F13D2-F550-B486-17AA-869A525ED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F560A-0DEA-7EFE-90A6-2D4CDCC8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215B-0EFE-429C-A3EE-10F4A14CC328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AF4BB-161C-C415-C6F3-2D8DC740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D995C-D9E6-66A5-BF4C-029080DD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27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AC22A-F141-B15D-5ABA-B0E906D9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8AAC8-56CA-790A-C62E-2F7CE073E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33A2B-1A21-469C-D95B-81756D49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0E0DF-9C74-4E99-8409-D64C28745405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BF34A-22C7-9B12-F63D-582B2250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FB6E8-C6E7-8DCE-FA76-0BB83657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24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73617-0D43-B76D-A480-29AFE4CE8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1AFE6-820E-A1CF-7813-93E4A742B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1A11-FDB7-EC93-A3EF-72C8BE10C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E3E9F-8481-4B7B-8490-F7CBB155879B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40DCD-BCB0-E353-3A8C-5B3DDCD2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40481041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93DE9-2227-917E-1AD4-9C4F28C8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52C57-CB32-4593-B222-9A3C4BD26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16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2D2FA-1D96-96B6-BE30-FDC651194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/>
              <a:t>Ryan Meijer - 40481041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6BC7F-DBE5-6625-C2A1-88E3EDC25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GB"/>
              <a:t>Quick Reference Guide</a:t>
            </a:r>
            <a:endParaRPr lang="en-GB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02DC5-6B3C-E1CD-E5F7-70DC49CD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3428483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2BFE92-573A-4CAC-5506-F3D43696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Validation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087B5-F974-E677-D6DE-6173F4D29095}"/>
              </a:ext>
            </a:extLst>
          </p:cNvPr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Client Side Validation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Found in js/myJs.js and implemented in CRUD-Organisers.html &amp; CRUD-Volunteers.html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This prevents user inputs which are not compliant with database structure i.e. Null or which are not correctly formatted(valid email address)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displays a form with fields for 'Forename' filled with 'Ryan', 'Surname' left blank, and an incorrectly filled 'Email' field with 'not an email'.&#10;&#10;AI-generated content may be incorrect.">
            <a:extLst>
              <a:ext uri="{FF2B5EF4-FFF2-40B4-BE49-F238E27FC236}">
                <a16:creationId xmlns:a16="http://schemas.microsoft.com/office/drawing/2014/main" id="{F7EDC966-FFA8-CE31-2978-454D9EDF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4" r="21497"/>
          <a:stretch>
            <a:fillRect/>
          </a:stretch>
        </p:blipFill>
        <p:spPr>
          <a:xfrm>
            <a:off x="6869920" y="841905"/>
            <a:ext cx="4248196" cy="231717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he image displays a form with an error message indicating the 'Forename' field cannot be empty or exceed 255 characters.&#10;&#10;AI-generated content may be incorrect.">
            <a:extLst>
              <a:ext uri="{FF2B5EF4-FFF2-40B4-BE49-F238E27FC236}">
                <a16:creationId xmlns:a16="http://schemas.microsoft.com/office/drawing/2014/main" id="{6A382C7E-5888-44EE-C707-75230C7A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1"/>
          <a:stretch>
            <a:fillRect/>
          </a:stretch>
        </p:blipFill>
        <p:spPr>
          <a:xfrm>
            <a:off x="6841066" y="3973507"/>
            <a:ext cx="4305905" cy="177748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FA2155-5913-0198-8AE8-CE68D9AB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3D7D11-087F-62CE-589E-6821A2CB9A4D}"/>
              </a:ext>
            </a:extLst>
          </p:cNvPr>
          <p:cNvSpPr/>
          <p:nvPr/>
        </p:nvSpPr>
        <p:spPr>
          <a:xfrm>
            <a:off x="6774715" y="2398935"/>
            <a:ext cx="4343401" cy="60717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FF14D5-26CC-8B75-A8E2-0DE61E632C14}"/>
              </a:ext>
            </a:extLst>
          </p:cNvPr>
          <p:cNvSpPr/>
          <p:nvPr/>
        </p:nvSpPr>
        <p:spPr>
          <a:xfrm>
            <a:off x="5971922" y="5373399"/>
            <a:ext cx="4343401" cy="60717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64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B5925-A90D-66D9-0268-0CFA4918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47089-39AD-08FA-B306-B1787EACA74A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CRUD Web Interaction: Retrieve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Found in CRUD-Organisers.html, CRUD-Volunteers.html &amp; Events.html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Properly display entries of the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e image displays a table listing ten individuals' names, emails, and dates, with options to edit or delete each entry.&#10;&#10;AI-generated content may be incorrect.">
            <a:extLst>
              <a:ext uri="{FF2B5EF4-FFF2-40B4-BE49-F238E27FC236}">
                <a16:creationId xmlns:a16="http://schemas.microsoft.com/office/drawing/2014/main" id="{C7C210AC-7BAD-A000-7348-AD4037384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624160"/>
            <a:ext cx="5628018" cy="337681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B4F99-7B33-213E-33A4-26DB4CD94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357740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2EE0B-E310-F3A2-8E2A-3F69C43E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Delete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C79A1-7E2E-C6ED-9585-CA84667CFEFF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CRUD Web Interaction: Delete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Found in CRUD-Organisers.html &amp; CRUD-Volunteers.html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Remove records from tables in the database. Confirmation popup shows up first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Content Placeholder 4" descr="The image displays a table with columns for Volunteer ID, Name, Email, Registration Date, and Status, with options to Edit or Delete each volunteer's information.&#10;&#10;AI-generated content may be incorrect.">
            <a:extLst>
              <a:ext uri="{FF2B5EF4-FFF2-40B4-BE49-F238E27FC236}">
                <a16:creationId xmlns:a16="http://schemas.microsoft.com/office/drawing/2014/main" id="{47E80A9A-D1CD-0644-2F7A-3DC6ADF20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5176" y="2599509"/>
            <a:ext cx="5756633" cy="315175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A1256-D449-2BD5-4920-5CE9650E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162986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FE065-4593-9422-0EB8-F613AFD1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e image displays a table listing volunteers with their names, emails, join dates, and statuses, including options to edit or delete their information.&#10;&#10;AI-generated content may be incorrect.">
            <a:extLst>
              <a:ext uri="{FF2B5EF4-FFF2-40B4-BE49-F238E27FC236}">
                <a16:creationId xmlns:a16="http://schemas.microsoft.com/office/drawing/2014/main" id="{DF2C6A13-D689-E229-C835-5B5AE33D9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244" y="1448284"/>
            <a:ext cx="5628018" cy="372856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45A27-D3C7-A975-A580-67FFD768D940}"/>
              </a:ext>
            </a:extLst>
          </p:cNvPr>
          <p:cNvSpPr txBox="1"/>
          <p:nvPr/>
        </p:nvSpPr>
        <p:spPr>
          <a:xfrm>
            <a:off x="7239012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CRUD Web Interactions: Update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Found in CRUD-Organisers.html &amp; CRUD-Volunteers.html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Allow for the modification of records in tables of the database. Form is auto filled in when record is selected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6F221-440E-A4AD-ED77-A838E950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A4BEA-27DF-753F-431A-839E3E2D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Parameterised Charting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DA4BF-9F36-C0FB-8393-FBADB0C44A7A}"/>
              </a:ext>
            </a:extLst>
          </p:cNvPr>
          <p:cNvSpPr txBox="1"/>
          <p:nvPr/>
        </p:nvSpPr>
        <p:spPr>
          <a:xfrm>
            <a:off x="1055715" y="2508105"/>
            <a:ext cx="504028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Parameterised Chart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Found in Events.html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Retrieves filtered data based on user inputs of date range and outputs as a chart. By default will include all data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Picture 6" descr="The image is a table showing a collection of events, their dates, and the total and average weight collected by volunteers.&#10;&#10;AI-generated content may be incorrect.">
            <a:extLst>
              <a:ext uri="{FF2B5EF4-FFF2-40B4-BE49-F238E27FC236}">
                <a16:creationId xmlns:a16="http://schemas.microsoft.com/office/drawing/2014/main" id="{77FA6742-B30B-7A5B-F5D1-045BA25A4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6" r="9677"/>
          <a:stretch>
            <a:fillRect/>
          </a:stretch>
        </p:blipFill>
        <p:spPr>
          <a:xfrm>
            <a:off x="6968613" y="774285"/>
            <a:ext cx="4345228" cy="2581173"/>
          </a:xfrm>
          <a:prstGeom prst="rect">
            <a:avLst/>
          </a:prstGeom>
        </p:spPr>
      </p:pic>
      <p:pic>
        <p:nvPicPr>
          <p:cNvPr id="5" name="Content Placeholder 4" descr="The image is a web page displaying a table that shows various events, their start and end dates, locations, and statistics on total and average weight collected.&#10;&#10;AI-generated content may be incorrect.">
            <a:extLst>
              <a:ext uri="{FF2B5EF4-FFF2-40B4-BE49-F238E27FC236}">
                <a16:creationId xmlns:a16="http://schemas.microsoft.com/office/drawing/2014/main" id="{92AA87C6-23A5-1962-C137-7EAD0DC1A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3813" r="17687"/>
          <a:stretch>
            <a:fillRect/>
          </a:stretch>
        </p:blipFill>
        <p:spPr>
          <a:xfrm>
            <a:off x="7023737" y="3575074"/>
            <a:ext cx="4234979" cy="258117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C2175-5C1D-EAB7-888D-6CB9B95F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310327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E95ED-0DAD-9193-48D8-E8F57215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Dynamic Data Retrieval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E2BB5-A7E3-BC0A-5152-952BA0C0B1DC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Dynamic Data Retrieval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Found in Events.html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Retrieves live data from database and displays as a table and summary sentence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e image displays a table listing events, their dates, and the number of volunteers present, indicating Mark Wilson has the highest attendance with two volunteers.&#10;&#10;AI-generated content may be incorrect.">
            <a:extLst>
              <a:ext uri="{FF2B5EF4-FFF2-40B4-BE49-F238E27FC236}">
                <a16:creationId xmlns:a16="http://schemas.microsoft.com/office/drawing/2014/main" id="{0C798CA0-9A78-0403-4256-A6A9E893D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8" r="52610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1B3C-7336-9C95-D8B8-FE30CC08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5810" y="6492240"/>
            <a:ext cx="305086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111579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B3E9B-1234-0E9F-96FA-C466F410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Parameterised Report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AC63A-BFA9-08E3-24A2-E0826CCC0C57}"/>
              </a:ext>
            </a:extLst>
          </p:cNvPr>
          <p:cNvSpPr txBox="1"/>
          <p:nvPr/>
        </p:nvSpPr>
        <p:spPr>
          <a:xfrm>
            <a:off x="1055715" y="2508105"/>
            <a:ext cx="504028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Parameterised Tabular Report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Found in Events.html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Retrieves filtered data based on user inputs of date range and outputs as a table. By default will include all data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Picture 6" descr="The image displays a table or list detailing the duration people spend at various events, including dates and time spent in hours, with a breakdown of costs per hour.&#10;&#10;AI-generated content may be incorrect.">
            <a:extLst>
              <a:ext uri="{FF2B5EF4-FFF2-40B4-BE49-F238E27FC236}">
                <a16:creationId xmlns:a16="http://schemas.microsoft.com/office/drawing/2014/main" id="{E245CBFF-0A45-1A13-CCE5-867F3C5D6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9" r="10101"/>
          <a:stretch>
            <a:fillRect/>
          </a:stretch>
        </p:blipFill>
        <p:spPr>
          <a:xfrm>
            <a:off x="6946667" y="1159616"/>
            <a:ext cx="4389120" cy="1810510"/>
          </a:xfrm>
          <a:prstGeom prst="rect">
            <a:avLst/>
          </a:prstGeom>
        </p:spPr>
      </p:pic>
      <p:pic>
        <p:nvPicPr>
          <p:cNvPr id="5" name="Content Placeholder 4" descr="The image displays a table summarizing the duration and hourly rate for various beach events at Ballyholme and Millisle.&#10;&#10;AI-generated content may be incorrect.">
            <a:extLst>
              <a:ext uri="{FF2B5EF4-FFF2-40B4-BE49-F238E27FC236}">
                <a16:creationId xmlns:a16="http://schemas.microsoft.com/office/drawing/2014/main" id="{FD385754-72EA-ED01-8CDA-6EE730190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838" r="4185"/>
          <a:stretch>
            <a:fillRect/>
          </a:stretch>
        </p:blipFill>
        <p:spPr>
          <a:xfrm>
            <a:off x="6946667" y="4226424"/>
            <a:ext cx="4389120" cy="127847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2C4E8-B4E7-908B-FDB3-2BCD3852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</p:spTree>
    <p:extLst>
      <p:ext uri="{BB962C8B-B14F-4D97-AF65-F5344CB8AC3E}">
        <p14:creationId xmlns:p14="http://schemas.microsoft.com/office/powerpoint/2010/main" val="2510762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7B705-6B2A-FE3E-5B2B-DC2B8145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Feedback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1CBD6-1DB7-D69C-78B7-53C95E42C753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User Feedback /  Confirmation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Found in CRUD-Organisers.html &amp; CRUD-Volunteers.html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Assures user that commands have been completed successfully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Content Placeholder 4" descr="The image displays a list of individuals' names, email addresses, and associated dates, along with options to edit or delete each entry.&#10;&#10;AI-generated content may be incorrect.">
            <a:extLst>
              <a:ext uri="{FF2B5EF4-FFF2-40B4-BE49-F238E27FC236}">
                <a16:creationId xmlns:a16="http://schemas.microsoft.com/office/drawing/2014/main" id="{2C873858-7535-1266-9947-00DBE711C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3259819"/>
            <a:ext cx="5150277" cy="216311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DFC59-FB79-08FB-D40D-44526606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40481041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8B68A2-39ED-F932-198D-E690C1A74CF7}"/>
              </a:ext>
            </a:extLst>
          </p:cNvPr>
          <p:cNvSpPr/>
          <p:nvPr/>
        </p:nvSpPr>
        <p:spPr>
          <a:xfrm>
            <a:off x="5408333" y="5036241"/>
            <a:ext cx="2918220" cy="60717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4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263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Ryan Meijer - 40481041</vt:lpstr>
      <vt:lpstr>Validation </vt:lpstr>
      <vt:lpstr>Retrieve </vt:lpstr>
      <vt:lpstr>Delete</vt:lpstr>
      <vt:lpstr>Update</vt:lpstr>
      <vt:lpstr>Parameterised Charting</vt:lpstr>
      <vt:lpstr>Dynamic Data Retrieval</vt:lpstr>
      <vt:lpstr>Parameterised Report</vt:lpstr>
      <vt:lpstr>User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Meijer</dc:creator>
  <cp:lastModifiedBy>Ryan Meijer</cp:lastModifiedBy>
  <cp:revision>1</cp:revision>
  <dcterms:created xsi:type="dcterms:W3CDTF">2026-04-23T23:53:53Z</dcterms:created>
  <dcterms:modified xsi:type="dcterms:W3CDTF">2026-04-24T04:16:51Z</dcterms:modified>
</cp:coreProperties>
</file>